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el dato que ya se conoce y que es seguro: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MCP: las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toca el coche. Pide una herramienta, y el sistema decide si se ejecuta.</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diagnósticos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2026-08-25T19:16:45Z</dcterms:created>
  <dcterms:modified xsi:type="dcterms:W3CDTF">2026-08-25T19:16:45Z</dcterms:modified>
</cp:coreProperties>
</file>