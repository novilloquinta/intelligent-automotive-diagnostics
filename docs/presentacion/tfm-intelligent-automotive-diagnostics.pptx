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son las comprobaciones automáticas.
El código se escribe con TDD, primero el test que falla y luego el código mínimo que lo pasa. Ahora mismo hay 2.403 pruebas en verde repartidas en 219 ficheros, entre el backend y el frontend.
Y cada cambio se especifica antes de escribirse, con OpenSpec: hay 45 cambios documentados y archivados, con su diseño, sus specs y sus tareas. Eso es lo que hace que un proyecto de una sola persona no dependa de lo que yo recuerde.
De la cobertura quiero destacar una cosa, porque es donde se hace la trampa habitual. No se mide de media: se exige fichero a fichero. Con la media, un fichero sin tests se esconde detrás de otro que esté muy cubierto y el número global sigue saliendo bonito. Aquí cada fichero tiene que llegar por su cuenta al 80% de líneas y al 90% de funciones.
Y la infraestructura está excluida a propósito: el cableado de dependencias, los adaptadores que solo delegan y los controladores no se cubren con tests de cobertura, los valida el compilador. Esa lista de exclusiones está escrita en la configuración, no es un olvido.
[~60 s · acumulado 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tabla de seguridad. Uso el API Security Top 10 y no el Top 10 de aplicaciones web porque lo que este proyecto expone es una API REST: sus tres primeros riesgos son fallos de autorización a nivel de objeto, de propiedad y de función, que en la lista web ni siquiera aparecen como categorías propias.
No la voy a leer entera, pero quiero que se vea que las diez categorías están cubiertas con una medida concreta y no con una declaración de intenciones.
Destaco cuatro. La primera: cuando pides una sesión de diagnóstico que no es tuya, la API responde 404 y no 403, para no confirmar siquiera que existe.
La cuarta: los límites de peticiones no son uno global, van por familia. El diagnóstico cognitivo, que es el que cuesta dinero porque llama al modelo, tiene el más estricto, cinco por minuto.
La sexta es la que más me importa por lo que hay al otro lado: el borrado de códigos de avería es el único flujo destructivo sobre el coche, así que tiene su propio límite y se puede apagar entero con una variable de entorno. Y además el adaptador valida el modo OBD contra una lista blanca antes de tocar el socket, con un test de invariante que falla si alguien añade un método que emita un servicio de control.
Y la décima: todo lo que viene de fuera —la búsqueda web y los casos previos de otros talleres— llega al modelo etiquetado como material no fiable, y el system prompt le dice que eso es referencia y nunca una orden.
Los riesgos residuales están escritos y asumidos, no escondidos: los tokens en localStorage, la ausencia de MFA, la base sin cifrar en disco y los límites de peticiones en memoria.
[~60 s · acumulado 17:45]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lista anterior es la de APIs y cubre el backend. La interfaz es otra cosa: es una aplicación web, y ahí lo que aplica es el Top 10 clásico.
React escapa el HTML por defecto, y no se inyecta marcado en crudo en ningún sitio con datos que vengan del usuario, que es por donde entra el XSS. La política de seguridad de contenido la sirve el nginx que sirve la interfaz, con script-src propio y sin scripts en línea, y hay una comprobación en la integración continua que arranca nginx y verifica que las cabeceras salen. Los formularios validan con los mismos esquemas Zod que usa la API.
Y una decisión consciente: el token viaja en cabecera Bearer y no en cookie. Eso elimina el CSRF de raíz, pero obliga a guardarlo en el navegador.
A la derecha están los riesgos que quedan, y quiero ser claro con esto porque esta semana se ha movido. El segundo factor ya no falta: hay TOTP con alta por código QR, diez códigos de recuperación de un solo uso guardados hasheados, y es obligatorio para administradores. Los contadores del límite de peticiones tampoco se pierden ya al reiniciar: viven en la base de datos.
Del token en el navegador: sigue en localStorage, y la respuesta no es esconderlo sino que no haya por dónde leerlo. React escapa, no hay marcado en crudo, y la política de contenido no admite scripts en línea. Y si aun así se robara, el bloqueo de cuenta y la rotación de refresco acotan la ventana. Pasarlo a cookie httpOnly está definido como trabajo, con su protección CSRF.
De la base sin cifrar en reposo: el dato que de verdad sería una llave es el secreto del segundo factor, y ese va cifrado columna a columna con AES-256-GCM, con la clave fuera de la base. Un volcado del fichero ya no basta para anular el segundo factor. Cifrar el disco entero es una decisión de despliegue, no de código, y está sin tomar.
[~50 s · acumulado 18:35]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19:30]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01</a:t>
            </a:r>
            <a:endParaRPr lang="en-US" sz="1700" dirty="0"/>
          </a:p>
        </p:txBody>
      </p:sp>
      <p:sp>
        <p:nvSpPr>
          <p:cNvPr id="6" name="Text 4"/>
          <p:cNvSpPr/>
          <p:nvPr/>
        </p:nvSpPr>
        <p:spPr>
          <a:xfrm>
            <a:off x="1325880" y="2450592"/>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proyecto se ha desarrollado sin el vehículo</a:t>
            </a:r>
            <a:endParaRPr lang="en-US" sz="1800" dirty="0"/>
          </a:p>
        </p:txBody>
      </p:sp>
      <p:sp>
        <p:nvSpPr>
          <p:cNvPr id="7" name="Text 5"/>
          <p:cNvSpPr/>
          <p:nvPr/>
        </p:nvSpPr>
        <p:spPr>
          <a:xfrm>
            <a:off x="777240" y="2980944"/>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02</a:t>
            </a:r>
            <a:endParaRPr lang="en-US" sz="1700" dirty="0"/>
          </a:p>
        </p:txBody>
      </p:sp>
      <p:sp>
        <p:nvSpPr>
          <p:cNvPr id="8" name="Text 6"/>
          <p:cNvSpPr/>
          <p:nvPr/>
        </p:nvSpPr>
        <p:spPr>
          <a:xfrm>
            <a:off x="1325880" y="2980944"/>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La forma de conectarse al coche se decidió al final</a:t>
            </a:r>
            <a:endParaRPr lang="en-US" sz="1800" dirty="0"/>
          </a:p>
        </p:txBody>
      </p:sp>
      <p:sp>
        <p:nvSpPr>
          <p:cNvPr id="9" name="Text 7"/>
          <p:cNvSpPr/>
          <p:nvPr/>
        </p:nvSpPr>
        <p:spPr>
          <a:xfrm>
            <a:off x="777240" y="3511296"/>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03</a:t>
            </a:r>
            <a:endParaRPr lang="en-US" sz="1700" dirty="0"/>
          </a:p>
        </p:txBody>
      </p:sp>
      <p:sp>
        <p:nvSpPr>
          <p:cNvPr id="10" name="Text 8"/>
          <p:cNvSpPr/>
          <p:nvPr/>
        </p:nvSpPr>
        <p:spPr>
          <a:xfrm>
            <a:off x="1325880" y="3511296"/>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800" dirty="0"/>
          </a:p>
        </p:txBody>
      </p:sp>
      <p:sp>
        <p:nvSpPr>
          <p:cNvPr id="11" name="Text 9"/>
          <p:cNvSpPr/>
          <p:nvPr/>
        </p:nvSpPr>
        <p:spPr>
          <a:xfrm>
            <a:off x="777240" y="4041648"/>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04</a:t>
            </a:r>
            <a:endParaRPr lang="en-US" sz="1700" dirty="0"/>
          </a:p>
        </p:txBody>
      </p:sp>
      <p:sp>
        <p:nvSpPr>
          <p:cNvPr id="12" name="Text 10"/>
          <p:cNvSpPr/>
          <p:nvPr/>
        </p:nvSpPr>
        <p:spPr>
          <a:xfrm>
            <a:off x="1325880" y="4041648"/>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800" dirty="0"/>
          </a:p>
        </p:txBody>
      </p:sp>
      <p:sp>
        <p:nvSpPr>
          <p:cNvPr id="13" name="Text 11"/>
          <p:cNvSpPr/>
          <p:nvPr/>
        </p:nvSpPr>
        <p:spPr>
          <a:xfrm>
            <a:off x="777240" y="4572000"/>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05</a:t>
            </a:r>
            <a:endParaRPr lang="en-US" sz="1700" dirty="0"/>
          </a:p>
        </p:txBody>
      </p:sp>
      <p:sp>
        <p:nvSpPr>
          <p:cNvPr id="14" name="Text 12"/>
          <p:cNvSpPr/>
          <p:nvPr/>
        </p:nvSpPr>
        <p:spPr>
          <a:xfrm>
            <a:off x="1325880" y="4572000"/>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Alta testabilidad: SAE J1979, ISO 15031 e ISO 3779 hay que probarlas con test</a:t>
            </a:r>
            <a:endParaRPr lang="en-US" sz="1800" dirty="0"/>
          </a:p>
        </p:txBody>
      </p:sp>
      <p:sp>
        <p:nvSpPr>
          <p:cNvPr id="15" name="Text 13"/>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6" name="Text 14"/>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7" name="Text 15"/>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19" name="Text 17"/>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2" name="Text 20"/>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2.403 pruebas en verde, en 219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Cada cambio se especifica antes de escribirse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documentados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Cobertura</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Ningún fichero se esconde detrás de otro muy cubierto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Mínimos por fichero: 80% de líneas y 90% de funciones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infraestructura se excluye a propósito, con la lista escrita</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OWASP API Top 10 2023</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backend es una API REST, así que la lista que aplica es la de APIs.</a:t>
            </a:r>
            <a:endParaRPr lang="en-US" sz="1700" dirty="0"/>
          </a:p>
        </p:txBody>
      </p:sp>
      <p:sp>
        <p:nvSpPr>
          <p:cNvPr id="4" name="Text 2"/>
          <p:cNvSpPr/>
          <p:nvPr/>
        </p:nvSpPr>
        <p:spPr>
          <a:xfrm>
            <a:off x="777240" y="208483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API1</a:t>
            </a:r>
            <a:endParaRPr lang="en-US" sz="1100" dirty="0"/>
          </a:p>
        </p:txBody>
      </p:sp>
      <p:sp>
        <p:nvSpPr>
          <p:cNvPr id="5" name="Text 3"/>
          <p:cNvSpPr/>
          <p:nvPr/>
        </p:nvSpPr>
        <p:spPr>
          <a:xfrm>
            <a:off x="1508760" y="208483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Level Authorization</a:t>
            </a:r>
            <a:endParaRPr lang="en-US" sz="1150" dirty="0"/>
          </a:p>
        </p:txBody>
      </p:sp>
      <p:sp>
        <p:nvSpPr>
          <p:cNvPr id="6" name="Text 4"/>
          <p:cNvSpPr/>
          <p:nvPr/>
        </p:nvSpPr>
        <p:spPr>
          <a:xfrm>
            <a:off x="5577840" y="208483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La sesión de otro usuario devuelve 404, no 403</a:t>
            </a:r>
            <a:endParaRPr lang="en-US" sz="1200" dirty="0"/>
          </a:p>
        </p:txBody>
      </p:sp>
      <p:sp>
        <p:nvSpPr>
          <p:cNvPr id="7" name="Text 5"/>
          <p:cNvSpPr/>
          <p:nvPr/>
        </p:nvSpPr>
        <p:spPr>
          <a:xfrm>
            <a:off x="777240" y="248716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API2</a:t>
            </a:r>
            <a:endParaRPr lang="en-US" sz="1100" dirty="0"/>
          </a:p>
        </p:txBody>
      </p:sp>
      <p:sp>
        <p:nvSpPr>
          <p:cNvPr id="8" name="Text 6"/>
          <p:cNvSpPr/>
          <p:nvPr/>
        </p:nvSpPr>
        <p:spPr>
          <a:xfrm>
            <a:off x="1508760" y="248716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Authentication</a:t>
            </a:r>
            <a:endParaRPr lang="en-US" sz="1150" dirty="0"/>
          </a:p>
        </p:txBody>
      </p:sp>
      <p:sp>
        <p:nvSpPr>
          <p:cNvPr id="9" name="Text 7"/>
          <p:cNvSpPr/>
          <p:nvPr/>
        </p:nvSpPr>
        <p:spPr>
          <a:xfrm>
            <a:off x="5577840" y="248716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bcrypt 12 rondas, segundo factor TOTP y bloqueo de cuenta a los 5 fallos</a:t>
            </a:r>
            <a:endParaRPr lang="en-US" sz="1200" dirty="0"/>
          </a:p>
        </p:txBody>
      </p:sp>
      <p:sp>
        <p:nvSpPr>
          <p:cNvPr id="10" name="Text 8"/>
          <p:cNvSpPr/>
          <p:nvPr/>
        </p:nvSpPr>
        <p:spPr>
          <a:xfrm>
            <a:off x="777240" y="288950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API3</a:t>
            </a:r>
            <a:endParaRPr lang="en-US" sz="1100" dirty="0"/>
          </a:p>
        </p:txBody>
      </p:sp>
      <p:sp>
        <p:nvSpPr>
          <p:cNvPr id="11" name="Text 9"/>
          <p:cNvSpPr/>
          <p:nvPr/>
        </p:nvSpPr>
        <p:spPr>
          <a:xfrm>
            <a:off x="1508760" y="288950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Property Level Authorization</a:t>
            </a:r>
            <a:endParaRPr lang="en-US" sz="1150" dirty="0"/>
          </a:p>
        </p:txBody>
      </p:sp>
      <p:sp>
        <p:nvSpPr>
          <p:cNvPr id="12" name="Text 10"/>
          <p:cNvSpPr/>
          <p:nvPr/>
        </p:nvSpPr>
        <p:spPr>
          <a:xfrm>
            <a:off x="5577840" y="288950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Los esquemas Zod son la allowlist de campos</a:t>
            </a:r>
            <a:endParaRPr lang="en-US" sz="1200" dirty="0"/>
          </a:p>
        </p:txBody>
      </p:sp>
      <p:sp>
        <p:nvSpPr>
          <p:cNvPr id="13" name="Text 11"/>
          <p:cNvSpPr/>
          <p:nvPr/>
        </p:nvSpPr>
        <p:spPr>
          <a:xfrm>
            <a:off x="777240" y="329184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API4</a:t>
            </a:r>
            <a:endParaRPr lang="en-US" sz="1100" dirty="0"/>
          </a:p>
        </p:txBody>
      </p:sp>
      <p:sp>
        <p:nvSpPr>
          <p:cNvPr id="14" name="Text 12"/>
          <p:cNvSpPr/>
          <p:nvPr/>
        </p:nvSpPr>
        <p:spPr>
          <a:xfrm>
            <a:off x="1508760" y="329184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Resource Consumption</a:t>
            </a:r>
            <a:endParaRPr lang="en-US" sz="1150" dirty="0"/>
          </a:p>
        </p:txBody>
      </p:sp>
      <p:sp>
        <p:nvSpPr>
          <p:cNvPr id="15" name="Text 13"/>
          <p:cNvSpPr/>
          <p:nvPr/>
        </p:nvSpPr>
        <p:spPr>
          <a:xfrm>
            <a:off x="5577840" y="329184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login 5/min, diagnóstico 20/min; contadores persistidos en base de datos</a:t>
            </a:r>
            <a:endParaRPr lang="en-US" sz="1200" dirty="0"/>
          </a:p>
        </p:txBody>
      </p:sp>
      <p:sp>
        <p:nvSpPr>
          <p:cNvPr id="16" name="Text 14"/>
          <p:cNvSpPr/>
          <p:nvPr/>
        </p:nvSpPr>
        <p:spPr>
          <a:xfrm>
            <a:off x="777240" y="369417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API5</a:t>
            </a:r>
            <a:endParaRPr lang="en-US" sz="1100" dirty="0"/>
          </a:p>
        </p:txBody>
      </p:sp>
      <p:sp>
        <p:nvSpPr>
          <p:cNvPr id="17" name="Text 15"/>
          <p:cNvSpPr/>
          <p:nvPr/>
        </p:nvSpPr>
        <p:spPr>
          <a:xfrm>
            <a:off x="1508760" y="369417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Function Level Authorization</a:t>
            </a:r>
            <a:endParaRPr lang="en-US" sz="1150" dirty="0"/>
          </a:p>
        </p:txBody>
      </p:sp>
      <p:sp>
        <p:nvSpPr>
          <p:cNvPr id="18" name="Text 16"/>
          <p:cNvSpPr/>
          <p:nvPr/>
        </p:nvSpPr>
        <p:spPr>
          <a:xfrm>
            <a:off x="5577840" y="369417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Todo /api autenticado; el panel de administración exige segundo factor</a:t>
            </a:r>
            <a:endParaRPr lang="en-US" sz="1200" dirty="0"/>
          </a:p>
        </p:txBody>
      </p:sp>
      <p:sp>
        <p:nvSpPr>
          <p:cNvPr id="19" name="Text 17"/>
          <p:cNvSpPr/>
          <p:nvPr/>
        </p:nvSpPr>
        <p:spPr>
          <a:xfrm>
            <a:off x="777240" y="409651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API6</a:t>
            </a:r>
            <a:endParaRPr lang="en-US" sz="1100" dirty="0"/>
          </a:p>
        </p:txBody>
      </p:sp>
      <p:sp>
        <p:nvSpPr>
          <p:cNvPr id="20" name="Text 18"/>
          <p:cNvSpPr/>
          <p:nvPr/>
        </p:nvSpPr>
        <p:spPr>
          <a:xfrm>
            <a:off x="1508760" y="409651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Access to Sensitive Business Flows</a:t>
            </a:r>
            <a:endParaRPr lang="en-US" sz="1150" dirty="0"/>
          </a:p>
        </p:txBody>
      </p:sp>
      <p:sp>
        <p:nvSpPr>
          <p:cNvPr id="21" name="Text 19"/>
          <p:cNvSpPr/>
          <p:nvPr/>
        </p:nvSpPr>
        <p:spPr>
          <a:xfrm>
            <a:off x="5577840" y="409651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Borrado de códigos con límite propio y apagable por entorno</a:t>
            </a:r>
            <a:endParaRPr lang="en-US" sz="1200" dirty="0"/>
          </a:p>
        </p:txBody>
      </p:sp>
      <p:sp>
        <p:nvSpPr>
          <p:cNvPr id="22" name="Text 20"/>
          <p:cNvSpPr/>
          <p:nvPr/>
        </p:nvSpPr>
        <p:spPr>
          <a:xfrm>
            <a:off x="777240" y="449884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API7</a:t>
            </a:r>
            <a:endParaRPr lang="en-US" sz="1100" dirty="0"/>
          </a:p>
        </p:txBody>
      </p:sp>
      <p:sp>
        <p:nvSpPr>
          <p:cNvPr id="23" name="Text 21"/>
          <p:cNvSpPr/>
          <p:nvPr/>
        </p:nvSpPr>
        <p:spPr>
          <a:xfrm>
            <a:off x="1508760" y="449884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Server Side Request Forgery</a:t>
            </a:r>
            <a:endParaRPr lang="en-US" sz="1150" dirty="0"/>
          </a:p>
        </p:txBody>
      </p:sp>
      <p:sp>
        <p:nvSpPr>
          <p:cNvPr id="24" name="Text 22"/>
          <p:cNvSpPr/>
          <p:nvPr/>
        </p:nvSpPr>
        <p:spPr>
          <a:xfrm>
            <a:off x="5577840" y="449884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El usuario no controla ninguna URL de salida</a:t>
            </a:r>
            <a:endParaRPr lang="en-US" sz="1200" dirty="0"/>
          </a:p>
        </p:txBody>
      </p:sp>
      <p:sp>
        <p:nvSpPr>
          <p:cNvPr id="25" name="Text 23"/>
          <p:cNvSpPr/>
          <p:nvPr/>
        </p:nvSpPr>
        <p:spPr>
          <a:xfrm>
            <a:off x="777240" y="490118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API8</a:t>
            </a:r>
            <a:endParaRPr lang="en-US" sz="1100" dirty="0"/>
          </a:p>
        </p:txBody>
      </p:sp>
      <p:sp>
        <p:nvSpPr>
          <p:cNvPr id="26" name="Text 24"/>
          <p:cNvSpPr/>
          <p:nvPr/>
        </p:nvSpPr>
        <p:spPr>
          <a:xfrm>
            <a:off x="1508760" y="490118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Misconfiguration</a:t>
            </a:r>
            <a:endParaRPr lang="en-US" sz="1150" dirty="0"/>
          </a:p>
        </p:txBody>
      </p:sp>
      <p:sp>
        <p:nvSpPr>
          <p:cNvPr id="27" name="Text 25"/>
          <p:cNvSpPr/>
          <p:nvPr/>
        </p:nvSpPr>
        <p:spPr>
          <a:xfrm>
            <a:off x="5577840" y="490118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Helmet 8 en la API, CSP propia en la interfaz, puertos solo en loopback</a:t>
            </a:r>
            <a:endParaRPr lang="en-US" sz="1200" dirty="0"/>
          </a:p>
        </p:txBody>
      </p:sp>
      <p:sp>
        <p:nvSpPr>
          <p:cNvPr id="28" name="Text 26"/>
          <p:cNvSpPr/>
          <p:nvPr/>
        </p:nvSpPr>
        <p:spPr>
          <a:xfrm>
            <a:off x="777240" y="530352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API9</a:t>
            </a:r>
            <a:endParaRPr lang="en-US" sz="1100" dirty="0"/>
          </a:p>
        </p:txBody>
      </p:sp>
      <p:sp>
        <p:nvSpPr>
          <p:cNvPr id="29" name="Text 27"/>
          <p:cNvSpPr/>
          <p:nvPr/>
        </p:nvSpPr>
        <p:spPr>
          <a:xfrm>
            <a:off x="1508760" y="530352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Improper Inventory Management</a:t>
            </a:r>
            <a:endParaRPr lang="en-US" sz="1150" dirty="0"/>
          </a:p>
        </p:txBody>
      </p:sp>
      <p:sp>
        <p:nvSpPr>
          <p:cNvPr id="30" name="Text 28"/>
          <p:cNvSpPr/>
          <p:nvPr/>
        </p:nvSpPr>
        <p:spPr>
          <a:xfrm>
            <a:off x="5577840" y="530352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Especificación OpenAPI versionada, servida por la API</a:t>
            </a:r>
            <a:endParaRPr lang="en-US" sz="1200" dirty="0"/>
          </a:p>
        </p:txBody>
      </p:sp>
      <p:sp>
        <p:nvSpPr>
          <p:cNvPr id="31" name="Text 29"/>
          <p:cNvSpPr/>
          <p:nvPr/>
        </p:nvSpPr>
        <p:spPr>
          <a:xfrm>
            <a:off x="777240" y="570585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API10</a:t>
            </a:r>
            <a:endParaRPr lang="en-US" sz="1100" dirty="0"/>
          </a:p>
        </p:txBody>
      </p:sp>
      <p:sp>
        <p:nvSpPr>
          <p:cNvPr id="32" name="Text 30"/>
          <p:cNvSpPr/>
          <p:nvPr/>
        </p:nvSpPr>
        <p:spPr>
          <a:xfrm>
            <a:off x="1508760" y="570585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Unsafe Consumption of APIs</a:t>
            </a:r>
            <a:endParaRPr lang="en-US" sz="1150" dirty="0"/>
          </a:p>
        </p:txBody>
      </p:sp>
      <p:sp>
        <p:nvSpPr>
          <p:cNvPr id="33" name="Text 31"/>
          <p:cNvSpPr/>
          <p:nvPr/>
        </p:nvSpPr>
        <p:spPr>
          <a:xfrm>
            <a:off x="5577840" y="570585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 recuperado llega al modelo marcado como no fiable</a:t>
            </a:r>
            <a:endParaRPr lang="en-US" sz="1200" dirty="0"/>
          </a:p>
        </p:txBody>
      </p:sp>
      <p:sp>
        <p:nvSpPr>
          <p:cNvPr id="34" name="Shape 32"/>
          <p:cNvSpPr/>
          <p:nvPr/>
        </p:nvSpPr>
        <p:spPr>
          <a:xfrm>
            <a:off x="777240" y="6263640"/>
            <a:ext cx="219456" cy="219456"/>
          </a:xfrm>
          <a:prstGeom prst="rect">
            <a:avLst/>
          </a:prstGeom>
          <a:solidFill>
            <a:srgbClr val="202CFC"/>
          </a:solidFill>
          <a:ln/>
        </p:spPr>
      </p:sp>
      <p:sp>
        <p:nvSpPr>
          <p:cNvPr id="35" name="Text 3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6" name="Text 3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7" name="Text 3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Seguridad de la interfaz</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La interfaz es una aplicación web, así que ahí manda el Top 10 de aplicaciones web.</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Medidas en la interfaz</a:t>
            </a:r>
            <a:endParaRPr lang="en-US" sz="1900" dirty="0"/>
          </a:p>
        </p:txBody>
      </p:sp>
      <p:sp>
        <p:nvSpPr>
          <p:cNvPr id="5" name="Text 3"/>
          <p:cNvSpPr/>
          <p:nvPr/>
        </p:nvSpPr>
        <p:spPr>
          <a:xfrm>
            <a:off x="77724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React escapa el HTML por defecto, y no hay inyección directa de marcado sobre datos de usuario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CSP la sirve nginx, con script-src 'self' y sin scripts en línea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Validación con Zod también en el cliente, en todos los formularios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token viaja en cabecera Bearer y no en cookie, así que no hay CSRF</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Riesgos y cómo se acotan</a:t>
            </a:r>
            <a:endParaRPr lang="en-US" sz="1900" dirty="0"/>
          </a:p>
        </p:txBody>
      </p:sp>
      <p:sp>
        <p:nvSpPr>
          <p:cNvPr id="7" name="Text 5"/>
          <p:cNvSpPr/>
          <p:nvPr/>
        </p:nvSpPr>
        <p:spPr>
          <a:xfrm>
            <a:off x="653796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token en localStorage lo acota una interfaz sin superficie de XSS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si aun así se robara, el bloqueo de cuenta y la rotación de refresco acotan el daño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secreto del segundo factor va cifrado con AES-256-GCM, con la clave fuera de la base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segundo factor es obligatorio para administradores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Integrar en main publica en producción, pero solo si la verificación ha pasado antes.</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 e2e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y cabeceras</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se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y se comprueba</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Recorridos de extremo a extremo y cabeceras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si algo es crítico</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arranca si la verificación ha terminado en verde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etiquetadas por commit, no solo como «latest»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Tras levantar comprueba la API, la interfaz y la web pública, o falla</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2026-08-27T12:27:55Z</dcterms:created>
  <dcterms:modified xsi:type="dcterms:W3CDTF">2026-08-27T12:27:55Z</dcterms:modified>
</cp:coreProperties>
</file>