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cosas que van juntas: lo de fuera se sustituye, y lo que se aprende se queda.
Cambiar de proveedor de modelo es una variable de entorno. Los dos clientes, el de Anthropic y el de OpenAI, implementan el mismo puerto, así que la capa de aplicación no se entera de cuál está detrás. Y el adaptador de OpenAI no vale solo para OpenAI: sirve para cualquier proveedor compatible con su API, o sea DeepSeek, Groq, Mistral o xAI, cambiando la URL base. Los embeddings no dependen ni de eso, porque el modelo corre en la propia máquina: sin clave, sin latencia de red y sin coste por consulta.
La otra mitad es el aprendizaje. El agente se topa con un PID o un DTC que no está en el catálogo, lo valida contra el coche cuando se puede, y lo indexa con la confianza que le corresponde según de dónde salga. En el siguiente coche parecido, eso vuelve como caso similar.
Y hay una pieza que quiero decir en voz alta porque está a medias a propósito. Tengo implementada y testeada la función que sube la confianza de un dato cada vez que se reutiliza con éxito, pero no la llamo desde ningún flujo. El motivo es que para subirla haría falta saber que el diagnóstico acertó de verdad, y ese dato el sistema no lo tiene: nadie le dice si el coche se arregló. Inventármelo habría degradado el catálogo, así que preferí dejarlo fuera de alcance y documentarlo.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Cambiar de modelo, y aprender del uso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de fuera se sustituye. Lo que el sistema aprende se queda.</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Cambiar de proveedor</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embeddings ni eso: el modelo corre en la propia máquina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Aprender del uso</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se topa con un PID o un DTC que no está en el catálogo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 valida contra el coche cuando se puede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 indexa con la confianza de su fuente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en el siguiente coche vuelve como caso parecido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 que no está: subir la confianza cuando un caso acierta. Habría que saber que acertó, y el sistema no lo sabe</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2026-08-25T20:33:37Z</dcterms:created>
  <dcterms:modified xsi:type="dcterms:W3CDTF">2026-08-25T20:33:37Z</dcterms:modified>
</cp:coreProperties>
</file>