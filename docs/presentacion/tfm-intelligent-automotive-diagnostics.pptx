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Arquitectura: Clean Architecture y patrón hexagonal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la rama de releases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2026-08-26T06:21:27Z</dcterms:created>
  <dcterms:modified xsi:type="dcterms:W3CDTF">2026-08-26T06:21:27Z</dcterms:modified>
</cp:coreProperties>
</file>