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llegas con una máquina de diagnosis, la conectas, y te da diez códigos de error. Cada uno te dice una cosa: válvula EGR obstruida, filtro de partículas lleno.
Vale. Pero esa válvula se ha obstruido por alguna circunstancia, y ese filtro se ha llenado por alguna circunstancia. Y eso la máquina no te lo dice.
Te deja la lista delante, y el trabajo de averiguar el porqué sigue entero por hacer.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¿Cuál es la gracia que tiene esta aplicación con la IA? Que con esos dos códigos y esos datos, el agente dice: vale, tengo el P0401, que es la válvula EGR obstruida, y el P2002, que es el filtro de partículas lleno. Voy a mirar a ver por qué puede ser esto.
Y hace una diagnosis: esto se produce, puede ser por esto o puede ser por lo otro. Le da al mecánico una serie de opciones.
Y además le dice qué pasos puede seguir para llegar a determinar de dónde viene el problema. Eso es lo que hace la aplicación.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Clean Architecture y no otra cosa? Porque en este proyecto el dominio no es algo que me haya inventado yo: son normas. SAE J1979, ISO 15031, ISO 15765-4 para el bus CAN, ISO 3779 para el VIN. Las fórmulas que convierten cada PID en una magnitud física, y la decodificación del bastidor. Eso no lo cambia nadie, y no puede estar mezclado con el acceso a datos ni con el modelo de lenguaje.
¿Y por qué no orientada a eventos? Porque aquí no hay varios servicios que desacoplar: es un solo proceso. El flujo es síncrono, el mecánico pregunta y se queda esperando. Un broker y colas me traerían consistencia eventual y mucha más superficie de depuración sin ganar nada. Y soy un solo programador: cuantas más piezas móviles, más sitio donde romper.
Abajo está el ejemplo concreto de este proyecto. En el dominio, los value objects y los catálogos. En aplicación, los casos de uso y los puertos, que dicen qué hace falta pero no cómo. Y en infraestructura el cómo: Express, Drizzle sobre SQLite, LanceDB, el servidor MCP y el transporte del ELM327.
El dominio no sabe que existe SQLite, ni Express, ni ningún modelo de lenguaje.
[~80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el dato que ya se conoce y que es seguro: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es el CI.
El código se escribe con TDD, primero el test que falla y luego el código mínimo que lo pasa. Ahora mismo hay 2.171 pruebas en verde repartidas en 209 ficheros, entre el backend y el frontend.
Y la cobertura no se mide de media, que es la trampa habitual: está configurada por fichero. Un fichero sin tests no puede esconderse detrás de otro que esté muy cubierto.
Cada cambio va documentado con OpenSpec antes de escribirse: hay 45 cambios especificados y archivados, con su diseño, sus specs y sus tareas.
En cada push, el CI corre lint, formato, los tests, el build y el typecheck, para las dos aplicaciones en paralelo sobre Node 22. Y pasa una auditoría de dependencias que tumba la build si aparece una vulnerabilidad crítica.
En seguridad, el documento cubre las diez categorías del OWASP API Top 10 de 2023, una a una, con lo que hace el código en cada caso. Incluidos los riesgos residuales, que están escritos y asumidos, no escondidos.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te da la máquina</a:t>
            </a:r>
            <a:endParaRPr lang="en-US" sz="3400" dirty="0"/>
          </a:p>
        </p:txBody>
      </p:sp>
      <p:sp>
        <p:nvSpPr>
          <p:cNvPr id="3" name="Text 1"/>
          <p:cNvSpPr/>
          <p:nvPr/>
        </p:nvSpPr>
        <p:spPr>
          <a:xfrm>
            <a:off x="77724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Te da</a:t>
            </a:r>
            <a:endParaRPr lang="en-US" sz="2000" dirty="0"/>
          </a:p>
        </p:txBody>
      </p:sp>
      <p:sp>
        <p:nvSpPr>
          <p:cNvPr id="4" name="Text 2"/>
          <p:cNvSpPr/>
          <p:nvPr/>
        </p:nvSpPr>
        <p:spPr>
          <a:xfrm>
            <a:off x="77724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P0301   Fallo de encendido en el cilindro 1</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P0401   Válvula EGR obstruida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P2002   Filtro de partículas lleno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Y así hasta diez</a:t>
            </a:r>
            <a:endParaRPr lang="en-US" sz="1600" dirty="0"/>
          </a:p>
        </p:txBody>
      </p:sp>
      <p:sp>
        <p:nvSpPr>
          <p:cNvPr id="5" name="Text 3"/>
          <p:cNvSpPr/>
          <p:nvPr/>
        </p:nvSpPr>
        <p:spPr>
          <a:xfrm>
            <a:off x="653796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No te da</a:t>
            </a:r>
            <a:endParaRPr lang="en-US" sz="2000" dirty="0"/>
          </a:p>
        </p:txBody>
      </p:sp>
      <p:sp>
        <p:nvSpPr>
          <p:cNvPr id="6" name="Text 4"/>
          <p:cNvSpPr/>
          <p:nvPr/>
        </p:nvSpPr>
        <p:spPr>
          <a:xfrm>
            <a:off x="653796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obstruido la válvula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llenado el filtro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Qué tiene que ver un código con otro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dónde empezar a mirar</a:t>
            </a:r>
            <a:endParaRPr lang="en-US" sz="1600" dirty="0"/>
          </a:p>
        </p:txBody>
      </p:sp>
      <p:sp>
        <p:nvSpPr>
          <p:cNvPr id="7" name="Shape 5"/>
          <p:cNvSpPr/>
          <p:nvPr/>
        </p:nvSpPr>
        <p:spPr>
          <a:xfrm>
            <a:off x="777240" y="6263640"/>
            <a:ext cx="219456" cy="219456"/>
          </a:xfrm>
          <a:prstGeom prst="rect">
            <a:avLst/>
          </a:prstGeom>
          <a:solidFill>
            <a:srgbClr val="202CFC"/>
          </a:solidFill>
          <a:ln/>
        </p:spPr>
      </p:sp>
      <p:sp>
        <p:nvSpPr>
          <p:cNvPr id="8" name="Text 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9" name="Text 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0" name="Text 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hace la aplicación</a:t>
            </a:r>
            <a:endParaRPr lang="en-US" sz="3400" dirty="0"/>
          </a:p>
        </p:txBody>
      </p:sp>
      <p:sp>
        <p:nvSpPr>
          <p:cNvPr id="3" name="Text 1"/>
          <p:cNvSpPr/>
          <p:nvPr/>
        </p:nvSpPr>
        <p:spPr>
          <a:xfrm>
            <a:off x="777240" y="160020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Con esos mismos códigos y los datos del coche.</a:t>
            </a:r>
            <a:endParaRPr lang="en-US" sz="1700" dirty="0"/>
          </a:p>
        </p:txBody>
      </p:sp>
      <p:sp>
        <p:nvSpPr>
          <p:cNvPr id="4" name="Text 2"/>
          <p:cNvSpPr/>
          <p:nvPr/>
        </p:nvSpPr>
        <p:spPr>
          <a:xfrm>
            <a:off x="777240" y="2606040"/>
            <a:ext cx="10058400" cy="2377440"/>
          </a:xfrm>
          <a:prstGeom prst="rect">
            <a:avLst/>
          </a:prstGeom>
          <a:noFill/>
          <a:ln/>
        </p:spPr>
        <p:txBody>
          <a:bodyPr wrap="square" lIns="0" tIns="0" rIns="0" bIns="0" rtlCol="0" anchor="t"/>
          <a:lstStyle/>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Investiga por qué puede estar pasando eso</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Le da al mecánico una serie de opciones, no una sola causa</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Y los pasos a seguir para determinar de dónde viene el problema</a:t>
            </a:r>
            <a:endParaRPr lang="en-US" sz="2000" dirty="0"/>
          </a:p>
        </p:txBody>
      </p:sp>
      <p:sp>
        <p:nvSpPr>
          <p:cNvPr id="5" name="Shape 3"/>
          <p:cNvSpPr/>
          <p:nvPr/>
        </p:nvSpPr>
        <p:spPr>
          <a:xfrm>
            <a:off x="777240" y="6263640"/>
            <a:ext cx="219456" cy="219456"/>
          </a:xfrm>
          <a:prstGeom prst="rect">
            <a:avLst/>
          </a:prstGeom>
          <a:solidFill>
            <a:srgbClr val="202CFC"/>
          </a:solidFill>
          <a:ln/>
        </p:spPr>
      </p:sp>
      <p:sp>
        <p:nvSpPr>
          <p:cNvPr id="6" name="Text 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7" name="Text 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8" name="Text 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Por qué esta arquitectura y no otra</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Aquí el dominio son normas. Y las normas no las cambia nadie.</a:t>
            </a:r>
            <a:endParaRPr lang="en-US" sz="1700" dirty="0"/>
          </a:p>
        </p:txBody>
      </p:sp>
      <p:sp>
        <p:nvSpPr>
          <p:cNvPr id="4" name="Text 2"/>
          <p:cNvSpPr/>
          <p:nvPr/>
        </p:nvSpPr>
        <p:spPr>
          <a:xfrm>
            <a:off x="777240" y="214884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Clean + Hexagonal</a:t>
            </a:r>
            <a:endParaRPr lang="en-US" sz="1900" dirty="0"/>
          </a:p>
        </p:txBody>
      </p:sp>
      <p:sp>
        <p:nvSpPr>
          <p:cNvPr id="5" name="Text 3"/>
          <p:cNvSpPr/>
          <p:nvPr/>
        </p:nvSpPr>
        <p:spPr>
          <a:xfrm>
            <a:off x="77724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dominio son normas: SAE J1979, ISO 15031, ISO 3779</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Las fórmulas de cada PID y la decodificación del VIN</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Nada de eso se mezcla con la base de datos ni con el LLM</a:t>
            </a:r>
            <a:endParaRPr lang="en-US" sz="1500" dirty="0"/>
          </a:p>
        </p:txBody>
      </p:sp>
      <p:sp>
        <p:nvSpPr>
          <p:cNvPr id="6" name="Text 4"/>
          <p:cNvSpPr/>
          <p:nvPr/>
        </p:nvSpPr>
        <p:spPr>
          <a:xfrm>
            <a:off x="6537960" y="214884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Por qué no orientada a eventos</a:t>
            </a:r>
            <a:endParaRPr lang="en-US" sz="1900" dirty="0"/>
          </a:p>
        </p:txBody>
      </p:sp>
      <p:sp>
        <p:nvSpPr>
          <p:cNvPr id="7" name="Text 5"/>
          <p:cNvSpPr/>
          <p:nvPr/>
        </p:nvSpPr>
        <p:spPr>
          <a:xfrm>
            <a:off x="653796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Es un proceso: no hay servicios que desacoplar</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mecánico pregunta y espera: el flujo es síncrono</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Un solo programador: más piezas es más sitio donde romper</a:t>
            </a:r>
            <a:endParaRPr lang="en-US" sz="1500" dirty="0"/>
          </a:p>
        </p:txBody>
      </p:sp>
      <p:sp>
        <p:nvSpPr>
          <p:cNvPr id="8" name="Text 6"/>
          <p:cNvSpPr/>
          <p:nvPr/>
        </p:nvSpPr>
        <p:spPr>
          <a:xfrm>
            <a:off x="777240" y="4709160"/>
            <a:ext cx="10607040" cy="292608"/>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En este proyecto</a:t>
            </a:r>
            <a:endParaRPr lang="en-US" sz="1500" dirty="0"/>
          </a:p>
        </p:txBody>
      </p:sp>
      <p:sp>
        <p:nvSpPr>
          <p:cNvPr id="9" name="Text 7"/>
          <p:cNvSpPr/>
          <p:nvPr/>
        </p:nvSpPr>
        <p:spPr>
          <a:xfrm>
            <a:off x="777240" y="512064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Dominio</a:t>
            </a:r>
            <a:endParaRPr lang="en-US" sz="1400" dirty="0"/>
          </a:p>
        </p:txBody>
      </p:sp>
      <p:sp>
        <p:nvSpPr>
          <p:cNvPr id="10" name="Text 8"/>
          <p:cNvSpPr/>
          <p:nvPr/>
        </p:nvSpPr>
        <p:spPr>
          <a:xfrm>
            <a:off x="2560320" y="512064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Vin, DtcCode, PidCode, Formula, catálogos de PID y DTC</a:t>
            </a:r>
            <a:endParaRPr lang="en-US" sz="1400" dirty="0"/>
          </a:p>
        </p:txBody>
      </p:sp>
      <p:sp>
        <p:nvSpPr>
          <p:cNvPr id="11" name="Text 9"/>
          <p:cNvSpPr/>
          <p:nvPr/>
        </p:nvSpPr>
        <p:spPr>
          <a:xfrm>
            <a:off x="777240" y="548640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Aplicación</a:t>
            </a:r>
            <a:endParaRPr lang="en-US" sz="1400" dirty="0"/>
          </a:p>
        </p:txBody>
      </p:sp>
      <p:sp>
        <p:nvSpPr>
          <p:cNvPr id="12" name="Text 10"/>
          <p:cNvSpPr/>
          <p:nvPr/>
        </p:nvSpPr>
        <p:spPr>
          <a:xfrm>
            <a:off x="2560320" y="548640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IdentifyVehicle, ExecuteCognitiveDiagnosis, ObdRepository, LlmClientPort</a:t>
            </a:r>
            <a:endParaRPr lang="en-US" sz="1400" dirty="0"/>
          </a:p>
        </p:txBody>
      </p:sp>
      <p:sp>
        <p:nvSpPr>
          <p:cNvPr id="13" name="Text 11"/>
          <p:cNvSpPr/>
          <p:nvPr/>
        </p:nvSpPr>
        <p:spPr>
          <a:xfrm>
            <a:off x="777240" y="585216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Infraestructura</a:t>
            </a:r>
            <a:endParaRPr lang="en-US" sz="1400" dirty="0"/>
          </a:p>
        </p:txBody>
      </p:sp>
      <p:sp>
        <p:nvSpPr>
          <p:cNvPr id="14" name="Text 12"/>
          <p:cNvSpPr/>
          <p:nvPr/>
        </p:nvSpPr>
        <p:spPr>
          <a:xfrm>
            <a:off x="2560320" y="585216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Express, Drizzle + SQLite, LanceDB, servidor MCP, transporte ELM327</a:t>
            </a:r>
            <a:endParaRPr lang="en-US" sz="14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lee el coche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ejemplo: pedirle las revoluciones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bases de datos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En una se busca por clave. En la otra, por parecido.</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SQLite: el catálogo y los datos del taller</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lo que se puede pedir por una clave exacta.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Qué se guarda en la base vectorial</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Los datos del taller van en SQLite. Aquí solo va lo que el sistema aprende.</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caso resuelto, tal cual se guarda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lo ponemos nosotros al guardar, según de dónde salga 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MCP: las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toca el coche. Pide una herramienta, y el sistema decide si se ejecuta.</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razona 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botón de iniciar diagnóstico a la respuesta que lee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ciclo</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prompt lleva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Los dos modelos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se puede cambiar. El otro convierte texto en vectores y va dentro.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diagnósticos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está siempre. El cognitivo, solo si hay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La aplicación funcionando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 lo que se ve viene leído del bus, nada está escrito a mano.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sostiene esto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solo programador, así que el que avisa de las roturas es el CI.</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Cómo se escribe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2.171 pruebas en verde, en 209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cobertura 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especificados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se comprueba en cada push</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tests, build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apps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rompe si hay algo crítico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OWASP API Top 10 2023: las diez categorías, documentadas</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Lo que me llevo de haber construido esto con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acelera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hay que poner</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2026-08-25T21:13:25Z</dcterms:created>
  <dcterms:modified xsi:type="dcterms:W3CDTF">2026-08-25T21:13:25Z</dcterms:modified>
</cp:coreProperties>
</file>