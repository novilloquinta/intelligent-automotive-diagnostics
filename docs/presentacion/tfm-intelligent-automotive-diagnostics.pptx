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Una herramienta de diagnóstico de averías de coche</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enchufa al coche, lee sus centralitas y le dice al mecánico qué le pasa y por dónde mirar.</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El escáner de hoy se queda aquí</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Y así hasta diez. Es lo que ha registrado la centralita, no lo que está roto.</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Esta herramienta sigue desde ahí</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El flujo de trabajo, de principio a fin</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que enchufas el adaptador hasta que el caso queda guardado.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enchufa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pulsa «Iniciar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barre el bus: qué centralitas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sale en pantalla</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¿El mecánico pregunta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pide lo que le falta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Responde: explicación, severidad y qué revisar</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Queda disponible para el siguiente coche</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formas de diagnosticar: por reglas y con IA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Arquitectura: Clean Architecture + Hexagonal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Lectura del coche por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una base relacional y una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base relacional: qué guarda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base vectorial: qué guarda y con qué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16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El 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modelos: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TDD, integración continua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2026-08-25T21:55:52Z</dcterms:created>
  <dcterms:modified xsi:type="dcterms:W3CDTF">2026-08-25T21:55:52Z</dcterms:modified>
</cp:coreProperties>
</file>