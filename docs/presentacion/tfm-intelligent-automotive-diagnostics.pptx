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Te deja la lista delante,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¿Cuál es la gracia que tiene esta aplicación con la IA? Que con esos dos códigos y esos datos, el agente dice: vale, tengo el P0401, que es la válvula EGR obstruida, y el P2002, que es el filtro de partículas lleno. Voy a mirar a ver por qué puede ser esto.
Y hace una diagnosis: esto se produce, puede ser por esto o puede ser por lo otro. Le da al mecánico una serie de opciones.
Y además le dice qué pasos puede seguir para llegar a determinar de dónde viene el problema. Eso es lo que hace la aplicación.
[~55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P0301   Fallo de encendido en el cilindro 1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   Válvula EGR obstruida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  Filtro de partículas lleno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así hasta diez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37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obstruido la válvula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llenado el filtro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ver un código con otro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a mirar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la aplicación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mismos códigos y los datos del coche.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 por qué puede estar pasando eso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al mecánico una serie de opciones, no una sola causa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los pasos a seguir para determinar de dónde viene el problema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8" name="Text 6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2026-08-25T09:19:03Z</dcterms:created>
  <dcterms:modified xsi:type="dcterms:W3CDTF">2026-08-25T09:19:03Z</dcterms:modified>
</cp:coreProperties>
</file>