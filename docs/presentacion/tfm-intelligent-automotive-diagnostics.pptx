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 de seguridad</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OWASP API Top 10 2023 en el backend y OWASP Top 10 2025 en la interfaz.</a:t>
            </a:r>
            <a:endParaRPr lang="en-US" sz="17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2026-08-27T13:10:57Z</dcterms:created>
  <dcterms:modified xsi:type="dcterms:W3CDTF">2026-08-27T13:10:57Z</dcterms:modified>
</cp:coreProperties>
</file>