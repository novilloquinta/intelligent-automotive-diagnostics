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Buenos días. Soy Jesús Ángel Novillo y presento mi Trabajo Fin de Máster del Máster en Desarrollo con IA de BIG school.
El proyecto se llama Intelligent Automotive Diagnostics: una herramienta que se conecta al coche por el puerto OBD-II, lee sus datos reales y razona sobre ellos con un modelo de lenguaje.
Lo de la derecha no es una maqueta: es la aplicación funcionando, mostrando tres averías que acaba de leer de la centralita.
[~15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91440"/>
            <a:ext cx="5760720" cy="7040880"/>
          </a:xfrm>
          <a:prstGeom prst="rect">
            <a:avLst/>
          </a:prstGeom>
          <a:solidFill>
            <a:srgbClr val="1A1C2E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85800"/>
            <a:ext cx="475488" cy="475488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685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1768" dirty="0"/>
          </a:p>
        </p:txBody>
      </p:sp>
      <p:sp>
        <p:nvSpPr>
          <p:cNvPr id="5" name="Text 3"/>
          <p:cNvSpPr/>
          <p:nvPr/>
        </p:nvSpPr>
        <p:spPr>
          <a:xfrm>
            <a:off x="1335024" y="685800"/>
            <a:ext cx="1426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68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1768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Automotive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77240" y="39776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OBD-II asistido por IA agéntica sobre el protocolo MCP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5349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Jesús Ángel Novillo Lucas-Vaquero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6875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Máster  ·  Máster en Desarrollo con IA  ·  BIG school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14032" y="21488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HERRAMIENTA, EN FUNCIONAMIENTO</a:t>
            </a:r>
            <a:endParaRPr lang="en-US" sz="1000" dirty="0"/>
          </a:p>
        </p:txBody>
      </p:sp>
      <p:pic>
        <p:nvPicPr>
          <p:cNvPr id="11" name="Image 0" descr="/home/user/intelligent-automotive-diagnostics/docs/presentacion/capturas/recortes/03-codigos-dt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2" y="2697480"/>
            <a:ext cx="4654296" cy="1453896"/>
          </a:xfrm>
          <a:prstGeom prst="rect">
            <a:avLst/>
          </a:prstGeom>
          <a:effectLst>
            <a:outerShdw sx="100000" sy="100000" kx="0" ky="0" algn="bl" rotWithShape="0" blurRad="254000" dist="63500" dir="81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Intelligent Automotive Diagnostics — TFM</dc:title>
  <dc:subject>PptxGenJS Presentation</dc:subject>
  <dc:creator>Jesús Ángel Novillo Lucas-Vaquero</dc:creator>
  <cp:lastModifiedBy>Jesús Ángel Novillo Lucas-Vaquero</cp:lastModifiedBy>
  <cp:revision>1</cp:revision>
  <dcterms:created xsi:type="dcterms:W3CDTF">2026-08-25T09:03:53Z</dcterms:created>
  <dcterms:modified xsi:type="dcterms:W3CDTF">2026-08-25T09:03:53Z</dcterms:modified>
</cp:coreProperties>
</file>