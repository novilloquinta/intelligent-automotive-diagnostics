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Buenos días. Soy Jesús Ángel Novillo y presento mi Trabajo Fin de Máster del Máster en Desarrollo con IA de BIG school.
El proyecto se llama Intelligent Automotive Diagnostics: una herramienta que se conecta al coche por el puerto OBD-II, lee sus datos reales y razona sobre ellos con un modelo de lenguaje.
Lo de la derecha no es una maqueta: es la aplicación funcionando, mostrando tres averías que acaba de leer de la centralita.
[~15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Hoy llegas con una máquina de diagnosis, la conectas, y te da diez códigos de error. Cada uno te dice una cosa: válvula EGR obstruida, filtro de partículas lleno.
Vale. Pero esa válvula se ha obstruido por alguna circunstancia, y ese filtro se ha llenado por alguna circunstancia. Y eso la máquina no te lo dice.
Te deja la lista delante, y el trabajo de averiguar el porqué sigue entero por hacer.
[~45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¿Cuál es la gracia que tiene esta aplicación con la IA? Que con esos dos códigos y esos datos, el agente dice: vale, tengo el P0401, que es la válvula EGR obstruida, y el P2002, que es el filtro de partículas lleno. Voy a mirar a ver por qué puede ser esto.
Y hace una diagnosis: esto se produce, puede ser por esto o puede ser por lo otro. Le da al mecánico una serie de opciones.
Y además le dice qué pasos puede seguir para llegar a determinar de dónde viene el problema. Eso es lo que hace la aplicación.
[~55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arquitectura se eligió en el ADR-001 del proyecto, y ahí están escritas las razones.
El proyecto necesitaba cuatro cosas: poder testear sin levantar servidores, poder cambiar de proveedor de IA sin tocar la lógica del core, poder cambiar el framework web desde un solo punto, y que la arquitectura fuera fácil de explicar aquí, en la defensa.
Con esas cuatro condiciones se adoptó Clean Architecture con puertos y adaptadores, y el MCP entra como un adaptador más de infraestructura.
El ADR también deja escrito lo que cuesta, y lo digo porque es parte de la decisión: hay más ficheros que en un monolito, y la inyección manual del composition root crece cada vez que se añade un adaptador.
[~80 s]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20840" y="-91440"/>
            <a:ext cx="5760720" cy="7040880"/>
          </a:xfrm>
          <a:prstGeom prst="rect">
            <a:avLst/>
          </a:prstGeom>
          <a:solidFill>
            <a:srgbClr val="1A1C2E"/>
          </a:solidFill>
          <a:ln/>
        </p:spPr>
      </p:sp>
      <p:sp>
        <p:nvSpPr>
          <p:cNvPr id="3" name="Shape 1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685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6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1768" dirty="0"/>
          </a:p>
        </p:txBody>
      </p:sp>
      <p:sp>
        <p:nvSpPr>
          <p:cNvPr id="5" name="Text 3"/>
          <p:cNvSpPr/>
          <p:nvPr/>
        </p:nvSpPr>
        <p:spPr>
          <a:xfrm>
            <a:off x="1335024" y="685800"/>
            <a:ext cx="1426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68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1768" dirty="0"/>
          </a:p>
        </p:txBody>
      </p:sp>
      <p:sp>
        <p:nvSpPr>
          <p:cNvPr id="6" name="Text 4"/>
          <p:cNvSpPr/>
          <p:nvPr/>
        </p:nvSpPr>
        <p:spPr>
          <a:xfrm>
            <a:off x="777240" y="214884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Intelligent Automotive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39776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OBD-II asistido por IA agéntica sobre el protocolo MCP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Jesús Ángel Novillo Lucas-Vaquero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568756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Fin de Máster  ·  Máster en Desarrollo con IA  ·  BIG school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14032" y="21488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HERRAMIENTA, EN FUNCIONAMIENTO</a:t>
            </a:r>
            <a:endParaRPr lang="en-US" sz="1000" dirty="0"/>
          </a:p>
        </p:txBody>
      </p:sp>
      <p:pic>
        <p:nvPicPr>
          <p:cNvPr id="11" name="Image 0" descr="/home/user/intelligent-automotive-diagnostics/docs/presentacion/capturas/recortes/03-codigos-dt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2697480"/>
            <a:ext cx="4654296" cy="1453896"/>
          </a:xfrm>
          <a:prstGeom prst="rect">
            <a:avLst/>
          </a:prstGeom>
          <a:effectLst>
            <a:outerShdw sx="100000" sy="100000" kx="0" ky="0" algn="bl" rotWithShape="0" blurRad="254000" dist="63500" dir="81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te da la máquina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da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7724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P0301   Fallo de encendido en el cilindro 1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P0401   Válvula EGR obstruida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P2002   Filtro de partículas lleno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así hasta diez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53796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 da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37960" y="260604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ha obstruido la válvula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se ha llenado el filtro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tiene que ver un código con otro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dónde empezar a mirar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9" name="Text 7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10" name="Text 8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hace la aplicación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esos mismos códigos y los datos del coche.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77240" y="2606040"/>
            <a:ext cx="10058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800"/>
              </a:lnSpc>
              <a:spcAft>
                <a:spcPts val="2200"/>
              </a:spcAft>
              <a:buSzPct val="100000"/>
              <a:buChar char="•"/>
            </a:pPr>
            <a:r>
              <a:rPr lang="en-US" sz="2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 por qué puede estar pasando eso</a:t>
            </a:r>
            <a:endParaRPr lang="en-US" sz="2000" dirty="0"/>
          </a:p>
          <a:p>
            <a:pPr marL="342900" indent="-342900">
              <a:lnSpc>
                <a:spcPts val="2800"/>
              </a:lnSpc>
              <a:spcAft>
                <a:spcPts val="2200"/>
              </a:spcAft>
              <a:buSzPct val="100000"/>
              <a:buChar char="•"/>
            </a:pPr>
            <a:r>
              <a:rPr lang="en-US" sz="2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 al mecánico una serie de opciones, no una sola causa</a:t>
            </a:r>
            <a:endParaRPr lang="en-US" sz="2000" dirty="0"/>
          </a:p>
          <a:p>
            <a:pPr marL="342900" indent="-342900">
              <a:lnSpc>
                <a:spcPts val="2800"/>
              </a:lnSpc>
              <a:spcAft>
                <a:spcPts val="2200"/>
              </a:spcAft>
              <a:buSzPct val="100000"/>
              <a:buChar char="•"/>
            </a:pPr>
            <a:r>
              <a:rPr lang="en-US" sz="20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los pasos a seguir para determinar de dónde viene el problema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7" name="Text 5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8" name="Text 6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Clean Architecture + Hexagonal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 en el ADR-001 del proyecto.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777240" y="2331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se buscaba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29260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Poder testear sin levantar servidores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de proveedor de IA sin tocar la lógica del core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el framework web desde un solo punto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fuera fácil de explicar en la defensa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37960" y="23317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02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cuesta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537960" y="292608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ficheros que un enfoque monolítico</a:t>
            </a:r>
            <a:endParaRPr lang="en-US" sz="160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A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inyección manual crece con cada adaptador nuevo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solidFill>
            <a:srgbClr val="202CF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62636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6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endParaRPr lang="en-US" sz="816" dirty="0"/>
          </a:p>
        </p:txBody>
      </p:sp>
      <p:sp>
        <p:nvSpPr>
          <p:cNvPr id="10" name="Text 8"/>
          <p:cNvSpPr/>
          <p:nvPr/>
        </p:nvSpPr>
        <p:spPr>
          <a:xfrm>
            <a:off x="1078992" y="6263640"/>
            <a:ext cx="6583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16" dirty="0">
                <a:solidFill>
                  <a:srgbClr val="1A1C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school</a:t>
            </a:r>
            <a:endParaRPr lang="en-US" sz="816" dirty="0"/>
          </a:p>
        </p:txBody>
      </p:sp>
      <p:sp>
        <p:nvSpPr>
          <p:cNvPr id="11" name="Text 9"/>
          <p:cNvSpPr/>
          <p:nvPr/>
        </p:nvSpPr>
        <p:spPr>
          <a:xfrm>
            <a:off x="11064240" y="6263640"/>
            <a:ext cx="320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Automotive Diagnostics — TFM</dc:title>
  <dc:subject>PptxGenJS Presentation</dc:subject>
  <dc:creator>Jesús Ángel Novillo Lucas-Vaquero</dc:creator>
  <cp:lastModifiedBy>Jesús Ángel Novillo Lucas-Vaquero</cp:lastModifiedBy>
  <cp:revision>1</cp:revision>
  <dcterms:created xsi:type="dcterms:W3CDTF">2026-08-25T09:38:12Z</dcterms:created>
  <dcterms:modified xsi:type="dcterms:W3CDTF">2026-08-25T09:38:12Z</dcterms:modified>
</cp:coreProperties>
</file>