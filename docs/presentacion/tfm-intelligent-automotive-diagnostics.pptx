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aquí he hablado del motor del sistema. Esto es lo que ve quien lo usa.
El recorrido del mecánico es corto a propósito: conecta el adaptador, la aplicación lee el bastidor y le dice qué coche tiene delante, y entra al diagnóstico. A partir de ahí ve la telemetría en vivo, que se refresca una vez por segundo, y las averías separadas en los tres grupos que distingue la norma: almacenadas, pendientes y permanentes. Si quiere ir más allá, pregunta al agente, y al cerrar se lleva el informe de la sesión, que queda congelado.
Por dentro es una aplicación aparte del backend, en el mismo repositorio. React 19 con TanStack Router y Query. Los formularios validan con los mismos esquemas Zod que usa la API, así que la validación del cliente y la del servidor no se pueden desincronizar.
Y no es un servidor de páginas: se compila a ficheros estáticos y los sirve nginx, que es también quien pone las cabeceras de seguridad. La API va bajo el mismo origen, así que la interfaz nunca hace una petición fuera.
[~45 s · acumulado 14:30]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19:25]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cubre el backend, que es una API. La interfaz es otra cosa: es una aplicación web, y ahí aplica el Top 10 general, en su edición de 2025. Mismo ejercicio: las diez categorías con la medida concreta.
Destaco lo que es propio de la interfaz. React escapa el HTML por defecto y no se inyecta marcado en crudo en ningún sitio con datos del usuario, que es por donde entra el XSS. La política de contenido la sirve el nginx que sirve la interfaz, con script-src propio y sin scripts en línea, y hay una comprobación en integración continua que arranca nginx y verifica que las cabeceras salen. Los formularios validan con los mismos esquemas Zod que usa la API, así que cliente y servidor no se pueden desincronizar.
En la A02 quiero pararme: hasta esta semana los contenedores publicaban sus puertos en todas las interfaces, o sea que se podía llegar a la API por la IP del servidor sin pasar por el proxy, y con ello saltarse el TLS y falsear la IP de origen. Ahora la API y la interfaz solo se publican en loopback y los emuladores no se publican en absoluto. Desde fuera solo queda el 443.
Y una decisión consciente en la A04: el token viaja en cabecera Bearer y no en cookie. Eso elimina el CSRF de raíz, y a cambio vive en el navegador. La respuesta a eso no es esconderlo, es que no haya por dónde leerlo, que es todo lo de arriba. El secreto del segundo factor, que sí sería una llave, va cifrado con AES-256-GCM y su clave no vive en la base de datos.
[~50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La interfaz del mecánico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aplicación de página única: el servidor entrega datos, nunca pantallas.</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hace el mecánico</a:t>
            </a:r>
            <a:endParaRPr lang="en-US" sz="1900" dirty="0"/>
          </a:p>
        </p:txBody>
      </p:sp>
      <p:sp>
        <p:nvSpPr>
          <p:cNvPr id="5" name="Text 3"/>
          <p:cNvSpPr/>
          <p:nvPr/>
        </p:nvSpPr>
        <p:spPr>
          <a:xfrm>
            <a:off x="77724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Identifica el vehículo por su VIN y entra al diagnóstico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Sigue la telemetría en vivo, que se refresca cada segundo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Consulta las averías almacenadas, pendientes y permanentes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Pregunta al agente y se lleva el informe de la sesión</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Cómo está construida</a:t>
            </a:r>
            <a:endParaRPr lang="en-US" sz="1900" dirty="0"/>
          </a:p>
        </p:txBody>
      </p:sp>
      <p:sp>
        <p:nvSpPr>
          <p:cNvPr id="7" name="Text 5"/>
          <p:cNvSpPr/>
          <p:nvPr/>
        </p:nvSpPr>
        <p:spPr>
          <a:xfrm>
            <a:off x="6537960" y="2788920"/>
            <a:ext cx="4846320" cy="292608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React 19 con TanStack Router y Query</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Valida los formularios con los mismos esquemas que la API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compila a ficheros estáticos, que sirve nginx</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Consume la API por el mismo origen: nunca sale fuera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Top 10 2025</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el mismo ejercicio con la lista de aplicaciones web.</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Access Control</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Sesión en todo /api, y ninguna URL de salida la elige el usuario</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solo en loopback</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Supply Chain Failures</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Lockfile, auditoría bloqueante e imágenes etiquetadas por commit</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Cryptographic Failures</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secretos separados y secreto TOTP cifrado</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Injection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Consultas parametrizadas con Drizzle y validación Zod</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Insecure Design</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Capas separadas, DTOs validados y límites por endpoint</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Authentication Failures</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Segundo factor, bloqueo de cuenta y contraseña con reglas</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and Data Integrity Failures</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 despliega solo tras la verificación, y se comprueba después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Logging and Alerting Failures</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Registro estructurado y auditoría con IP, usuario y duración</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Mishandling of Exceptional Conditions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error se registra entero y sale sin traza ni detalle interno</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2026-08-27T12:40:50Z</dcterms:created>
  <dcterms:modified xsi:type="dcterms:W3CDTF">2026-08-27T12:40:50Z</dcterms:modified>
</cp:coreProperties>
</file>