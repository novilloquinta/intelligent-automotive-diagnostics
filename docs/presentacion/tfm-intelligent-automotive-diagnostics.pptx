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Hay dieciséis herramientas. Siete son de diagnóstico: leer el bastidor, leer un PID, pedir los códigos de avería, el freeze frame o la información de las centralitas. Ocho son de conocimiento, y son las que hablan con la base vectorial: buscar casos parecidos e indexar lo que se aprende. Y una es de búsqueda web, que lleva un presupuesto limitado por diagnóstico para que el agente no se vaya a internet sin control.
¿Y por qué MCP? Primero, porque es el estándar que existe hoy para que un modelo pida herramientas. No es un protocolo de propósito general: sirve exactamente para esto, y por eso encaja.
Y segundo, que para mí es lo importante: el modelo solo puede actuar a través de esas dieciséis herramientas. No hay otra puerta. No ejecuta código, no consulta la base de datos por su cuenta, no llama a ningún otro endpoint. Si quiere saber a cuántas revoluciones está el motor, tiene que pedir la herramienta de leer un PID, y ahí es donde yo decido si se ejecuta y con qué argumentos. Eso acota lo que el agente puede hacer, que en un sistema que se conecta a un coche de verdad no es un detalle menor.
Además, cada herramienta declara su esquema, así que los argumentos que manda el modelo se validan antes de ejecutar nada. Y el servidor MCP vive en la capa de infraestructura: es un adaptador más, el modelo nunca ve el dominio. Como es un protocolo, ese mismo servidor serviría a cualquier otro cliente que lo hable.
La consecuencia de todo esto es la de siempre: si mañana cambio de modelo, las herramientas no se tocan.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16 herramientas</a:t>
            </a:r>
            <a:endParaRPr lang="en-US" sz="2000" dirty="0"/>
          </a:p>
        </p:txBody>
      </p:sp>
      <p:sp>
        <p:nvSpPr>
          <p:cNvPr id="5" name="Text 3"/>
          <p:cNvSpPr/>
          <p:nvPr/>
        </p:nvSpPr>
        <p:spPr>
          <a:xfrm>
            <a:off x="777240" y="278892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7</a:t>
            </a:r>
            <a:endParaRPr lang="en-US" sz="2000" dirty="0"/>
          </a:p>
        </p:txBody>
      </p:sp>
      <p:sp>
        <p:nvSpPr>
          <p:cNvPr id="6" name="Text 4"/>
          <p:cNvSpPr/>
          <p:nvPr/>
        </p:nvSpPr>
        <p:spPr>
          <a:xfrm>
            <a:off x="1417320" y="278892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diagnóstico: leer el VIN, un PID, los DTCs, el freeze frame, las ECUs</a:t>
            </a:r>
            <a:endParaRPr lang="en-US" sz="1500" dirty="0"/>
          </a:p>
        </p:txBody>
      </p:sp>
      <p:sp>
        <p:nvSpPr>
          <p:cNvPr id="7" name="Text 5"/>
          <p:cNvSpPr/>
          <p:nvPr/>
        </p:nvSpPr>
        <p:spPr>
          <a:xfrm>
            <a:off x="777240" y="356616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8</a:t>
            </a:r>
            <a:endParaRPr lang="en-US" sz="2000" dirty="0"/>
          </a:p>
        </p:txBody>
      </p:sp>
      <p:sp>
        <p:nvSpPr>
          <p:cNvPr id="8" name="Text 6"/>
          <p:cNvSpPr/>
          <p:nvPr/>
        </p:nvSpPr>
        <p:spPr>
          <a:xfrm>
            <a:off x="1417320" y="356616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conocimiento: buscar parecidos e indexar lo aprendido</a:t>
            </a:r>
            <a:endParaRPr lang="en-US" sz="1500" dirty="0"/>
          </a:p>
        </p:txBody>
      </p:sp>
      <p:sp>
        <p:nvSpPr>
          <p:cNvPr id="9" name="Text 7"/>
          <p:cNvSpPr/>
          <p:nvPr/>
        </p:nvSpPr>
        <p:spPr>
          <a:xfrm>
            <a:off x="777240" y="434340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1</a:t>
            </a:r>
            <a:endParaRPr lang="en-US" sz="2000" dirty="0"/>
          </a:p>
        </p:txBody>
      </p:sp>
      <p:sp>
        <p:nvSpPr>
          <p:cNvPr id="10" name="Text 8"/>
          <p:cNvSpPr/>
          <p:nvPr/>
        </p:nvSpPr>
        <p:spPr>
          <a:xfrm>
            <a:off x="1417320" y="434340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búsqueda web, con presupuesto limitado por diagnóstico</a:t>
            </a:r>
            <a:endParaRPr lang="en-US" sz="1500" dirty="0"/>
          </a:p>
        </p:txBody>
      </p:sp>
      <p:sp>
        <p:nvSpPr>
          <p:cNvPr id="11" name="Text 9"/>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Por qué MCP y no llamadas a medida</a:t>
            </a:r>
            <a:endParaRPr lang="en-US" sz="2000" dirty="0"/>
          </a:p>
        </p:txBody>
      </p:sp>
      <p:sp>
        <p:nvSpPr>
          <p:cNvPr id="12" name="Text 10"/>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Cambiar de modelo no toca las herramientas</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2026-08-25T19:10:57Z</dcterms:created>
  <dcterms:modified xsi:type="dcterms:W3CDTF">2026-08-25T19:10:57Z</dcterms:modified>
</cp:coreProperties>
</file>