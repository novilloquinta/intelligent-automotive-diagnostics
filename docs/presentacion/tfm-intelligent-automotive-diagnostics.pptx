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3:10]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5:10]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17:25]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Arquitectura: Clean Architecture y patrón hexagonal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integración continua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 integración continua es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2026-08-25T21:58:59Z</dcterms:created>
  <dcterms:modified xsi:type="dcterms:W3CDTF">2026-08-25T21:58:59Z</dcterms:modified>
</cp:coreProperties>
</file>