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cubre el backend, que es una API. La interfaz es otra cosa: es una aplicación web, y ahí aplica el Top 10 general, en su edición de 2025. Mismo ejercicio: las diez categorías con la medida concreta.
Destaco lo que es propio de la interfaz. React escapa el HTML por defecto y no se inyecta marcado en crudo en ningún sitio con datos del usuario, que es por donde entra el XSS. La política de contenido la sirve el nginx que sirve la interfaz, con script-src propio y sin scripts en línea, y hay una comprobación en integración continua que arranca nginx y verifica que las cabeceras salen. Los formularios validan con los mismos esquemas Zod que usa la API, así que cliente y servidor no se pueden desincronizar.
En la A02 quiero pararme: hasta esta semana los contenedores publicaban sus puertos en todas las interfaces, o sea que se podía llegar a la API por la IP del servidor sin pasar por el proxy, y con ello saltarse el TLS y falsear la IP de origen. Ahora la API y la interfaz solo se publican en loopback y los emuladores no se publican en absoluto. Desde fuera solo queda el 443.
Y una decisión consciente en la A04: el token viaja en cabecera Bearer y no en cookie. Eso elimina el CSRF de raíz, y a cambio vive en el navegador. La respuesta a eso no es esconderlo, es que no haya por dónde leerlo, que es todo lo de arriba. El secreto del segundo factor, que sí sería una llave, va cifrado con AES-256-GCM y su clave no vive en la base de datos.
[~50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contadores persistidos en base de datos</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el panel de administración exige segundo factor</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en la API, CSP propia en la interfaz, puertos solo en loopback</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Top 10 2025</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el mismo ejercicio con la lista de aplicaciones web.</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Access Control</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Sesión en todo /api, y ninguna URL de salida la elige el usuario</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solo en loopback</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Software Supply Chain Failures</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Lockfile, auditoría bloqueante e imágenes etiquetadas por commit</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Cryptographic Failures</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secretos separados y secreto TOTP cifrado</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Injection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Consultas parametrizadas con Drizzle y validación Zod</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Insecure Design</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Capas separadas, DTOs validados y límites por endpoint</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Authentication Failures</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Segundo factor, bloqueo de cuenta y contraseña con reglas</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Software and Data Integrity Failures</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 despliega solo tras la verificación, y se comprueba después</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Logging and Alerting Failures</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Registro estructurado y auditoría con IP, usuario y duración</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Mishandling of Exceptional Conditions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error se registra entero y sale sin traza ni detalle interno</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2026-08-27T12:45:04Z</dcterms:created>
  <dcterms:modified xsi:type="dcterms:W3CDTF">2026-08-27T12:45:04Z</dcterms:modified>
</cp:coreProperties>
</file>