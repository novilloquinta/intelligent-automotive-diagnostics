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es este. Empiezo por qué resuelve la herramienta, sigo por cómo funciona de cara al mecánico, luego el diseño y la implementación pieza a pieza, os enseño la aplicación funcionando, y cierro con cómo se sostiene: calidad y seguridad. Las conclusiones al final.
[~15 s · acumulado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Índice</a:t>
            </a:r>
            <a:endParaRPr lang="en-US" sz="3400" dirty="0"/>
          </a:p>
        </p:txBody>
      </p:sp>
      <p:sp>
        <p:nvSpPr>
          <p:cNvPr id="3" name="Text 1"/>
          <p:cNvSpPr/>
          <p:nvPr/>
        </p:nvSpPr>
        <p:spPr>
          <a:xfrm>
            <a:off x="777240" y="201168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1554480" y="201168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Introducción</a:t>
            </a:r>
            <a:endParaRPr lang="en-US" sz="2000" dirty="0"/>
          </a:p>
        </p:txBody>
      </p:sp>
      <p:sp>
        <p:nvSpPr>
          <p:cNvPr id="5" name="Text 3"/>
          <p:cNvSpPr/>
          <p:nvPr/>
        </p:nvSpPr>
        <p:spPr>
          <a:xfrm>
            <a:off x="777240" y="257860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1554480" y="257860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Funcionamiento</a:t>
            </a:r>
            <a:endParaRPr lang="en-US" sz="2000" dirty="0"/>
          </a:p>
        </p:txBody>
      </p:sp>
      <p:sp>
        <p:nvSpPr>
          <p:cNvPr id="7" name="Text 5"/>
          <p:cNvSpPr/>
          <p:nvPr/>
        </p:nvSpPr>
        <p:spPr>
          <a:xfrm>
            <a:off x="777240" y="3145536"/>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1554480" y="3145536"/>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Diseño</a:t>
            </a:r>
            <a:endParaRPr lang="en-US" sz="2000" dirty="0"/>
          </a:p>
        </p:txBody>
      </p:sp>
      <p:sp>
        <p:nvSpPr>
          <p:cNvPr id="9" name="Text 7"/>
          <p:cNvSpPr/>
          <p:nvPr/>
        </p:nvSpPr>
        <p:spPr>
          <a:xfrm>
            <a:off x="777240" y="3712464"/>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4</a:t>
            </a:r>
            <a:endParaRPr lang="en-US" sz="2000" dirty="0"/>
          </a:p>
        </p:txBody>
      </p:sp>
      <p:sp>
        <p:nvSpPr>
          <p:cNvPr id="10" name="Text 8"/>
          <p:cNvSpPr/>
          <p:nvPr/>
        </p:nvSpPr>
        <p:spPr>
          <a:xfrm>
            <a:off x="1554480" y="3712464"/>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Implementación</a:t>
            </a:r>
            <a:endParaRPr lang="en-US" sz="2000" dirty="0"/>
          </a:p>
        </p:txBody>
      </p:sp>
      <p:sp>
        <p:nvSpPr>
          <p:cNvPr id="11" name="Text 9"/>
          <p:cNvSpPr/>
          <p:nvPr/>
        </p:nvSpPr>
        <p:spPr>
          <a:xfrm>
            <a:off x="777240" y="4279392"/>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5</a:t>
            </a:r>
            <a:endParaRPr lang="en-US" sz="2000" dirty="0"/>
          </a:p>
        </p:txBody>
      </p:sp>
      <p:sp>
        <p:nvSpPr>
          <p:cNvPr id="12" name="Text 10"/>
          <p:cNvSpPr/>
          <p:nvPr/>
        </p:nvSpPr>
        <p:spPr>
          <a:xfrm>
            <a:off x="1554480" y="4279392"/>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Resultados</a:t>
            </a:r>
            <a:endParaRPr lang="en-US" sz="2000" dirty="0"/>
          </a:p>
        </p:txBody>
      </p:sp>
      <p:sp>
        <p:nvSpPr>
          <p:cNvPr id="13" name="Text 11"/>
          <p:cNvSpPr/>
          <p:nvPr/>
        </p:nvSpPr>
        <p:spPr>
          <a:xfrm>
            <a:off x="777240" y="484632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6</a:t>
            </a:r>
            <a:endParaRPr lang="en-US" sz="2000" dirty="0"/>
          </a:p>
        </p:txBody>
      </p:sp>
      <p:sp>
        <p:nvSpPr>
          <p:cNvPr id="14" name="Text 12"/>
          <p:cNvSpPr/>
          <p:nvPr/>
        </p:nvSpPr>
        <p:spPr>
          <a:xfrm>
            <a:off x="1554480" y="484632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Calidad y seguridad</a:t>
            </a:r>
            <a:endParaRPr lang="en-US" sz="2000" dirty="0"/>
          </a:p>
        </p:txBody>
      </p:sp>
      <p:sp>
        <p:nvSpPr>
          <p:cNvPr id="15" name="Text 13"/>
          <p:cNvSpPr/>
          <p:nvPr/>
        </p:nvSpPr>
        <p:spPr>
          <a:xfrm>
            <a:off x="777240" y="541324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7</a:t>
            </a:r>
            <a:endParaRPr lang="en-US" sz="2000" dirty="0"/>
          </a:p>
        </p:txBody>
      </p:sp>
      <p:sp>
        <p:nvSpPr>
          <p:cNvPr id="16" name="Text 14"/>
          <p:cNvSpPr/>
          <p:nvPr/>
        </p:nvSpPr>
        <p:spPr>
          <a:xfrm>
            <a:off x="1554480" y="541324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Conclusiones</a:t>
            </a:r>
            <a:endParaRPr lang="en-US" sz="20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2026-08-27T13:22:10Z</dcterms:created>
  <dcterms:modified xsi:type="dcterms:W3CDTF">2026-08-27T13:22:10Z</dcterms:modified>
</cp:coreProperties>
</file>