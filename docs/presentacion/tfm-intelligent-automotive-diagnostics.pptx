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s. La portada solo abre: no entretenerse.]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mecánico conecta el escáner y obtiene un código: P0401, P2002. Eso es el síntoma que la centralita ha registrado. No es la avería.
Del código a la causa hay un salto, y ese salto lo da la experiencia. Los mismos dos códigos pueden ser una EGR sucia, o pueden ser un motor que consume aceite y ha ido saturando el filtro de partículas. Son reparaciones distintas y facturas muy distintas.
Y aquí está lo que a mí me parece el problema de verdad: cuando el mecánico acierta, ese conocimiento no queda en ningún sitio. Se queda en su cabeza. Seis meses después entra otro coche con los mismos códigos y se vuelve a empezar de cero.
El diagnóstico no es un problema de lectura de datos. Es un problema de interpretación, y de memoria.
[~45 s. Apoyarse en el tercer bloque: es el que abre la slide siguiente.]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02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9611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código no es el diagnóstico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3383280" cy="2880360"/>
          </a:xfrm>
          <a:prstGeom prst="roundRect">
            <a:avLst>
              <a:gd name="adj" fmla="val 3175"/>
            </a:avLst>
          </a:prstGeom>
          <a:solidFill>
            <a:srgbClr val="F3F4F9"/>
          </a:solidFill>
          <a:ln/>
        </p:spPr>
      </p:sp>
      <p:sp>
        <p:nvSpPr>
          <p:cNvPr id="5" name="Shape 3"/>
          <p:cNvSpPr/>
          <p:nvPr/>
        </p:nvSpPr>
        <p:spPr>
          <a:xfrm>
            <a:off x="978408" y="2350008"/>
            <a:ext cx="384048" cy="384048"/>
          </a:xfrm>
          <a:prstGeom prst="ellipse">
            <a:avLst/>
          </a:prstGeom>
          <a:solidFill>
            <a:srgbClr val="202CFC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8408" y="2926080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ESCÁNER DEVUELVE UN CÓDIGO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8408" y="3538728"/>
            <a:ext cx="27980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P0401, P2002. Eso es lo que la centralita ha registrado: el síntoma. No es la avería que hay que reparar.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2057400"/>
            <a:ext cx="3383280" cy="2880360"/>
          </a:xfrm>
          <a:prstGeom prst="roundRect">
            <a:avLst>
              <a:gd name="adj" fmla="val 3175"/>
            </a:avLst>
          </a:prstGeom>
          <a:solidFill>
            <a:srgbClr val="F3F4F9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2350008"/>
            <a:ext cx="384048" cy="384048"/>
          </a:xfrm>
          <a:prstGeom prst="ellipse">
            <a:avLst/>
          </a:prstGeom>
          <a:solidFill>
            <a:srgbClr val="202CFC"/>
          </a:solidFill>
          <a:ln/>
        </p:spPr>
      </p:sp>
      <p:sp>
        <p:nvSpPr>
          <p:cNvPr id="11" name="Text 9"/>
          <p:cNvSpPr/>
          <p:nvPr/>
        </p:nvSpPr>
        <p:spPr>
          <a:xfrm>
            <a:off x="468172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81728" y="2926080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INTERPRETARLO ES OFICIO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81728" y="3538728"/>
            <a:ext cx="27980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¿Válvula EGR obstruida? ¿O un consumo de aceite que ha ido saturando el filtro de partículas? El código no lo dice. Lo dice la experiencia del mecánico.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2057400"/>
            <a:ext cx="3383280" cy="2880360"/>
          </a:xfrm>
          <a:prstGeom prst="roundRect">
            <a:avLst>
              <a:gd name="adj" fmla="val 3175"/>
            </a:avLst>
          </a:prstGeom>
          <a:solidFill>
            <a:srgbClr val="F3F4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385048" y="2350008"/>
            <a:ext cx="384048" cy="384048"/>
          </a:xfrm>
          <a:prstGeom prst="ellipse">
            <a:avLst/>
          </a:prstGeom>
          <a:solidFill>
            <a:srgbClr val="202CFC"/>
          </a:solidFill>
          <a:ln/>
        </p:spPr>
      </p:sp>
      <p:sp>
        <p:nvSpPr>
          <p:cNvPr id="16" name="Text 14"/>
          <p:cNvSpPr/>
          <p:nvPr/>
        </p:nvSpPr>
        <p:spPr>
          <a:xfrm>
            <a:off x="838504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85048" y="2926080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ESA EXPERIENCIA NO SE GUARDA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85048" y="3538728"/>
            <a:ext cx="27980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acierta, el hallazgo se queda en su cabeza. Seis meses después entra otro coche con los mismos códigos y se empieza de cero.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leer el coche. Es el salto del síntoma a la causa — y que ese salto </a:t>
            </a:r>
            <a:pPr indent="0" marL="0">
              <a:buNone/>
            </a:pPr>
            <a:r>
              <a:rPr lang="en-US" sz="17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acumula.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22" name="Text 20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23" name="Text 21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2026-08-25T08:30:48Z</dcterms:created>
  <dcterms:modified xsi:type="dcterms:W3CDTF">2026-08-25T08:30:48Z</dcterms:modified>
</cp:coreProperties>
</file>