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Te deja la lista delante,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¿Cuál es la gracia que tiene esta aplicación con la IA? Que con esos dos códigos y esos datos, el agente dice: vale, tengo el P0401, que es la válvula EGR obstruida, y el P2002, que es el filtro de partículas lleno. Voy a mirar a ver por qué puede ser esto.
Y hace una diagnosis: esto se produce, puede ser por esto o puede ser por lo otro. Le da al mecánico una serie de opciones.
Y además le dice qué pasos puede seguir para llegar a determinar de dónde viene el problema. Eso es lo que hace la aplicación.
[~55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Clean Architecture y no otra cosa? Porque en este proyecto el dominio no es algo que me haya inventado yo: son normas. SAE J1979, ISO 15031, ISO 15765-4 para el bus CAN, ISO 3779 para el VIN. Las fórmulas que convierten cada PID en una magnitud física, y la decodificación del bastidor. Eso no lo cambia nadie, y no puede estar mezclado con el acceso a datos ni con el modelo de lenguaje.
Con Clean Architecture eso vive en el dominio, aislado, y lo que sí cambia —la base de datos, el LLM, el transporte OBD, el framework web— vive fuera, en adaptadores.
¿Y por qué no una arquitectura orientada a eventos? Porque aquí no hay varios servicios que desacoplar: es un solo proceso. Y el flujo es síncrono: el mecánico pregunta y se queda esperando la respuesta. Meter un broker y colas me traería consistencia eventual y mucha más superficie de depuración, sin ganar nada a cambio.
Y hay una razón práctica: soy un solo programador. Cuantas más piezas móviles, más sitio donde romper.
[~80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P0301   Fallo de encendido en el cilindro 1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   Válvula EGR obstruida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  Filtro de partículas lleno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así hasta diez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37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obstruido la válvula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llenado el filtro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ver un código con otro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a mirar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la aplicación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mismos códigos y los datos del coche.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 por qué puede estar pasando eso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al mecánico una serie de opciones, no una sola causa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los pasos a seguir para determinar de dónde viene el problema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8" name="Text 6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esta arquitectura y no otra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el dominio son normas. Y las normas no las cambia nadie.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Clean + Hexagonal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J1979, ISO 15031, ISO 15765-4, ISO 3779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fórmulas de conversión de cada PID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decodificación del VIN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eso vive en el dominio, sin mezclarse con la base de datos ni con el LLM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3796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no orientada a eventos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varios servicios que desacoplar: es un proceso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mecánico pregunta y espera respuesta: el flujo es síncrono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Añadiría broker, colas y consistencia eventual sin ganar nada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programador: más piezas es más sitio donde romper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1" name="Text 9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2026-08-25T10:26:30Z</dcterms:created>
  <dcterms:modified xsi:type="dcterms:W3CDTF">2026-08-25T10:26:30Z</dcterms:modified>
</cp:coreProperties>
</file>