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 · acumulado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 · acumulado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3:10]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El 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que enchufas el adaptador hasta que el caso queda guardado.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enchufa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pulsa «Iniciar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barre el bus: qué centralitas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sale en pantalla</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¿El mecánico pregunta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pide lo que le falta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Responde: explicación, severidad y qué revisar</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Queda disponible para el siguiente coche</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 qué está hecho</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de punta a punta, y cada pieza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2026-08-25T21:47:41Z</dcterms:created>
  <dcterms:modified xsi:type="dcterms:W3CDTF">2026-08-25T21:47:41Z</dcterms:modified>
</cp:coreProperties>
</file>