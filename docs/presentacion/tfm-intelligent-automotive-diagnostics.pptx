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Soy Jesús Ángel Novillo y presento mi Trabajo Fin de Máster del Máster en Desarrollo con IA de BIG school.
El proyecto se llama Intelligent Automotive Diagnostics: una herramienta que se conecta al coche por el puerto OBD-II, lee sus datos reales y razona sobre ellos con un modelo de lenguaje.
Lo de la derecha no es una maqueta: es la aplicación funcionando, mostrando tres averías que acaba de leer de la centralita.
[~15 s. La portada solo abre: no entretenerse.]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Cuando un mecánico conecta el escáner a un coche, lo que le sale son códigos. Por ejemplo P0401 y P2002. Eso le dice lo que ha registrado la centralita, pero no le dice qué está roto.
A partir de ahí el trabajo lo pone él. Esos dos códigos pueden ser una válvula EGR sucia, o pueden ser un motor que consume aceite y ha ido saturando el filtro de partículas. Son dos reparaciones distintas, y decidir cuál es depende de la experiencia que tenga.
Y luego está lo otro: cuando da con el fallo, eso no queda registrado en ninguna parte. Se queda en su cabeza. El siguiente coche con esos mismos códigos igual entra en otro taller, y allí se empieza otra vez desde el código.
[~45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objetivo de la aplicación es ayudar al mecánico a diagnosticar. A investigar un fallo: qué le pasa al coche, si está bien o está mal, y por dónde seguir mirando.
Dicho de otra forma: mejorar la visión que tiene del vehículo cuando conecta la herramienta. Eso ya lo hace desde el primer coche.
Y luego está lo que aporta con el tiempo. Esto está pensado para que se conecten más talleres, se registren más coches, más averías y más diagnósticos. Como todo eso se guarda en una base vectorial, cuando llega un coche nuevo el sistema puede comparar con casos que ya se resolvieron antes y dar una valoración más real. No pasa de un día para otro: lo va haciendo poco a poco.
[~55 s. Es la promesa de la charla: decirla despacio.]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91440"/>
            <a:ext cx="5760720" cy="7040880"/>
          </a:xfrm>
          <a:prstGeom prst="rect">
            <a:avLst/>
          </a:prstGeom>
          <a:solidFill>
            <a:srgbClr val="1A1C2E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1768" dirty="0"/>
          </a:p>
        </p:txBody>
      </p:sp>
      <p:sp>
        <p:nvSpPr>
          <p:cNvPr id="5" name="Text 3"/>
          <p:cNvSpPr/>
          <p:nvPr/>
        </p:nvSpPr>
        <p:spPr>
          <a:xfrm>
            <a:off x="1335024" y="685800"/>
            <a:ext cx="1426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68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1768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Automotive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OBD-II asistido por IA agéntica sobre el protocolo MCP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Jesús Ángel Novillo Lucas-Vaquero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687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Máster  ·  Máster en Desarrollo con IA  ·  BIG school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14032" y="2148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HERRAMIENTA, EN FUNCIONAMIENTO</a:t>
            </a:r>
            <a:endParaRPr lang="en-US" sz="1000" dirty="0"/>
          </a:p>
        </p:txBody>
      </p:sp>
      <p:pic>
        <p:nvPicPr>
          <p:cNvPr id="11" name="Image 0" descr="/home/user/intelligent-automotive-diagnostics/docs/presentacion/capturas/recortes/03-codigos-dt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2697480"/>
            <a:ext cx="4654296" cy="1453896"/>
          </a:xfrm>
          <a:prstGeom prst="rect">
            <a:avLst/>
          </a:prstGeom>
          <a:effectLst>
            <a:outerShdw sx="100000" sy="100000" kx="0" ky="0" algn="bl" rotWithShape="0" blurRad="254000" dist="63500" dir="81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02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77824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ve hoy un mecánico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3383280" cy="2880360"/>
          </a:xfrm>
          <a:prstGeom prst="roundRect">
            <a:avLst>
              <a:gd name="adj" fmla="val 3175"/>
            </a:avLst>
          </a:prstGeom>
          <a:solidFill>
            <a:srgbClr val="F3F4F9"/>
          </a:solidFill>
          <a:ln/>
        </p:spPr>
      </p:sp>
      <p:sp>
        <p:nvSpPr>
          <p:cNvPr id="5" name="Shape 3"/>
          <p:cNvSpPr/>
          <p:nvPr/>
        </p:nvSpPr>
        <p:spPr>
          <a:xfrm>
            <a:off x="978408" y="2350008"/>
            <a:ext cx="384048" cy="384048"/>
          </a:xfrm>
          <a:prstGeom prst="ellipse">
            <a:avLst/>
          </a:prstGeom>
          <a:solidFill>
            <a:srgbClr val="202CFC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78408" y="2926080"/>
            <a:ext cx="2798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 el escáner y salen códigos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3538728"/>
            <a:ext cx="27980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P0401, P2002. Le dicen qué ha registrado la centralita, pero no qué está roto ni por dónde empezar a mirar.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2057400"/>
            <a:ext cx="3383280" cy="2880360"/>
          </a:xfrm>
          <a:prstGeom prst="roundRect">
            <a:avLst>
              <a:gd name="adj" fmla="val 3175"/>
            </a:avLst>
          </a:prstGeom>
          <a:solidFill>
            <a:srgbClr val="F3F4F9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2350008"/>
            <a:ext cx="384048" cy="384048"/>
          </a:xfrm>
          <a:prstGeom prst="ellipse">
            <a:avLst/>
          </a:prstGeom>
          <a:solidFill>
            <a:srgbClr val="202CFC"/>
          </a:solidFill>
          <a:ln/>
        </p:spPr>
      </p:sp>
      <p:sp>
        <p:nvSpPr>
          <p:cNvPr id="11" name="Text 9"/>
          <p:cNvSpPr/>
          <p:nvPr/>
        </p:nvSpPr>
        <p:spPr>
          <a:xfrm>
            <a:off x="468172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81728" y="2926080"/>
            <a:ext cx="2798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resto lo pone él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81728" y="3538728"/>
            <a:ext cx="27980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esos códigos tiene que decidir si es la válvula EGR, si el coche consume aceite y ha saturado el filtro, o si hay que mirar otra cosa. Eso depende de su experiencia.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92440" y="2057400"/>
            <a:ext cx="3383280" cy="2880360"/>
          </a:xfrm>
          <a:prstGeom prst="roundRect">
            <a:avLst>
              <a:gd name="adj" fmla="val 3175"/>
            </a:avLst>
          </a:prstGeom>
          <a:solidFill>
            <a:srgbClr val="F3F4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385048" y="2350008"/>
            <a:ext cx="384048" cy="384048"/>
          </a:xfrm>
          <a:prstGeom prst="ellipse">
            <a:avLst/>
          </a:prstGeom>
          <a:solidFill>
            <a:srgbClr val="202CFC"/>
          </a:solidFill>
          <a:ln/>
        </p:spPr>
      </p:sp>
      <p:sp>
        <p:nvSpPr>
          <p:cNvPr id="16" name="Text 14"/>
          <p:cNvSpPr/>
          <p:nvPr/>
        </p:nvSpPr>
        <p:spPr>
          <a:xfrm>
            <a:off x="838504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85048" y="2926080"/>
            <a:ext cx="2798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lo que averigua no queda en ningún sitio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85048" y="3538728"/>
            <a:ext cx="27980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acierta, lo sabe él. El siguiente coche con esos mismos códigos igual entra en otro taller, y allí se empieza otra vez desde el código.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código es igual para todos. Lo que cambia es </a:t>
            </a:r>
            <a:pPr indent="0" marL="0">
              <a:buNone/>
            </a:pPr>
            <a:r>
              <a:rPr lang="en-US" sz="17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cada mecánico sabe hacer con él.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22" name="Text 20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23" name="Text 21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02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77824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el mecánico vea más del coche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Ayudarle a investigar un fallo: qué le pasa al vehículo, si está bien o está mal, y por dónde seguir mirando.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5074920" cy="2697480"/>
          </a:xfrm>
          <a:prstGeom prst="roundRect">
            <a:avLst>
              <a:gd name="adj" fmla="val 2712"/>
            </a:avLst>
          </a:prstGeom>
          <a:solidFill>
            <a:srgbClr val="F3F4F9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0632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02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EL PRIMER COCHE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43000" y="34290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ayuda a investigar el fallo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3977640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lee el coche, cruza lo que encuentra y le dice qué está pasando y por dónde seguir mirando: si el coche está bien, si está mal, y qué conviene revisar. No le devuelve una tabla de códigos, le devuelve una lectura del vehículo.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2697480"/>
            <a:ext cx="5074920" cy="2697480"/>
          </a:xfrm>
          <a:prstGeom prst="roundRect">
            <a:avLst>
              <a:gd name="adj" fmla="val 2712"/>
            </a:avLst>
          </a:prstGeom>
          <a:solidFill>
            <a:srgbClr val="1A1C2E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0632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SE VAN CONECTANDO TALLERES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75120" y="34290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va mejorando con el uso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75120" y="3977640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diagnóstico que se cierra se guarda en una base de datos vectorial. Cuantos más talleres conectados, más coches registrados y más averías resueltas, más casos reales tiene para comparar. Es una mejora lenta, pero se acumula.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15" name="Text 13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16" name="Text 14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Automotive Diagnostics — TFM</dc:title>
  <dc:subject>PptxGenJS Presentation</dc:subject>
  <dc:creator>Jesús Ángel Novillo Lucas-Vaquero</dc:creator>
  <cp:lastModifiedBy>Jesús Ángel Novillo Lucas-Vaquero</cp:lastModifiedBy>
  <cp:revision>1</cp:revision>
  <dcterms:created xsi:type="dcterms:W3CDTF">2026-08-25T08:46:27Z</dcterms:created>
  <dcterms:modified xsi:type="dcterms:W3CDTF">2026-08-25T08:46:27Z</dcterms:modified>
</cp:coreProperties>
</file>