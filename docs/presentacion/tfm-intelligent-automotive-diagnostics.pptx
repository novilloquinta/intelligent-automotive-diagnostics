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Es una herramienta de diagnóstico de averías de automóvil que se conecta al coche por el puerto OBD-II, lee sus datos reales, y razona sobre ellos con un modelo de lenguaje.
Lo que ven a la derecha no es una maqueta: es la aplicación funcionando contra un vehículo, mostrando tres averías que acaba de leer de la centralita.
[~15 segundos. No entretenerse: la portada solo abre.]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0"/>
            <a:ext cx="5440680" cy="685800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algn="l"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algn="l"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pic>
        <p:nvPicPr>
          <p:cNvPr id="10" name="Image 0" descr="/home/user/intelligent-automotive-diagnostics/docs/presentacion/capturas/recortes/03-codigos-dtc.png">    </p:cNvPr>
          <p:cNvPicPr>
            <a:picLocks noChangeAspect="1"/>
          </p:cNvPicPr>
          <p:nvPr/>
        </p:nvPicPr>
        <p:blipFill>
          <a:blip r:embed="rId1"/>
          <a:stretch>
            <a:fillRect/>
          </a:stretch>
        </p:blipFill>
        <p:spPr>
          <a:xfrm>
            <a:off x="7269480" y="2606040"/>
            <a:ext cx="5852160" cy="1828800"/>
          </a:xfrm>
          <a:prstGeom prst="rect">
            <a:avLst/>
          </a:prstGeom>
          <a:effectLst>
            <a:outerShdw sx="100000" sy="100000" kx="0" ky="0" algn="bl" rotWithShape="0" blurRad="279400" dist="76200" dir="8100000">
              <a:srgbClr val="000000">
                <a:alpha val="45000"/>
              </a:srgbClr>
            </a:outerShdw>
          </a:effectLst>
        </p:spPr>
      </p:pic>
      <p:sp>
        <p:nvSpPr>
          <p:cNvPr id="11" name="Text 8"/>
          <p:cNvSpPr/>
          <p:nvPr/>
        </p:nvSpPr>
        <p:spPr>
          <a:xfrm>
            <a:off x="7269480" y="2057400"/>
            <a:ext cx="457200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2026-08-25T08:08:11Z</dcterms:created>
  <dcterms:modified xsi:type="dcterms:W3CDTF">2026-08-25T08:08:11Z</dcterms:modified>
</cp:coreProperties>
</file>