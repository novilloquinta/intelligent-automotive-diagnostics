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llegas con una máquina de diagnosis, la conectas, y te da diez códigos de error. Cada uno te dice una cosa: válvula EGR obstruida, filtro de partículas lleno.
Vale. Pero esa válvula se ha obstruido por alguna circunstancia, y ese filtro se ha llenado por alguna circunstancia. Y eso la máquina no te lo dice.
El mecánico se queda con la lista delante y el trabajo de averiguar el porqué sigue entero por hacer.
[~45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da la máquina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77240" y="1920240"/>
            <a:ext cx="5943600" cy="3246120"/>
          </a:xfrm>
          <a:prstGeom prst="roundRect">
            <a:avLst>
              <a:gd name="adj" fmla="val 1690"/>
            </a:avLst>
          </a:prstGeom>
          <a:solidFill>
            <a:srgbClr val="1A1C2E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23042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9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DEL ESCÁNER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88720" y="28803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P0301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377440" y="2880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 de encendido en el cilindro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35387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P0401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377440" y="3538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EGR insuficiente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419709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P2002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377440" y="41970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partículas por debajo del umbral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4663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…y así hasta diez.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78040" y="23317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¿Por qué?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7178040" y="3337560"/>
            <a:ext cx="4206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válvula se obstruye por algo.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filtro se llena por algo.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 la máquina no te lo dice.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16" name="Text 14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7" name="Text 15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2026-08-25T09:13:25Z</dcterms:created>
  <dcterms:modified xsi:type="dcterms:W3CDTF">2026-08-25T09:13:26Z</dcterms:modified>
</cp:coreProperties>
</file>