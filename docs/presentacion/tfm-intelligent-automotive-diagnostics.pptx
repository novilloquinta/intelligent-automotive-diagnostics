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el dato que ya se conoce y que es seguro: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dos modelos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La aplicación funcionando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 lo que se ve viene leído del bus, nada está escrito a mano.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2026-08-25T20:54:41Z</dcterms:created>
  <dcterms:modified xsi:type="dcterms:W3CDTF">2026-08-25T20:54:41Z</dcterms:modified>
</cp:coreProperties>
</file>