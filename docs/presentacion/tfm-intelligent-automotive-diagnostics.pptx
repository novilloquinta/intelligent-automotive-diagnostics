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el dato que ya se conoce y que es seguro: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razona 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Los dos modelos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se puede cambiar. El otro convierte texto en vectores y va dentro.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La aplicación funcionando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 lo que se ve viene leído del bus, nada está escrito a mano.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sostiene esto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solo programador, así que el que avisa de las roturas es el CI.</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se escribe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se comprueba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Lo que me llevo de haber construido esto con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acelera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hay que poner</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2026-08-25T21:09:40Z</dcterms:created>
  <dcterms:modified xsi:type="dcterms:W3CDTF">2026-08-25T21:09:40Z</dcterms:modified>
</cp:coreProperties>
</file>