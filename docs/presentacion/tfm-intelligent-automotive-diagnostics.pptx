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nada, qué es esto.
Es una herramienta de diagnóstico de averías de coche. Se enchufa al coche, lee lo que dicen sus centralitas y le explica al mecánico qué le pasa.
Hace cuatro cosas. Lee el coche: se conecta por el puerto de diagnóstico, ese que está debajo del volante, y le pregunta a las centralitas qué coche es, cómo va y qué averías tiene.
Lo interpreta: no devuelve una tabla de códigos, dice qué está pasando, si el coche está bien o está mal, y por dónde seguir mirando.
Investiga la causa: un agente de IA cruza los códigos con los datos del coche y le propone al mecánico las causas posibles y los pasos para ir descartándolas.
Y se lo queda: cada caso resuelto se guarda, y aparece como referencia cuando entra otro coche con síntomas parecidos. Eso es lo que hace que mejore con el uso.
[~50 s · acumulado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 · acumulado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 · acumulado 1:55]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3:10]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 · acumulado 6:30]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13:20]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14:25]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17:25]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Una herramienta de diagnóstico de averías de coche</a:t>
            </a:r>
            <a:endParaRPr lang="en-US" sz="3200" dirty="0"/>
          </a:p>
        </p:txBody>
      </p:sp>
      <p:sp>
        <p:nvSpPr>
          <p:cNvPr id="3" name="Text 1"/>
          <p:cNvSpPr/>
          <p:nvPr/>
        </p:nvSpPr>
        <p:spPr>
          <a:xfrm>
            <a:off x="777240" y="157276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enchufa al coche, lee lo que dicen sus centralitas y le explica al mecánico qué le pasa.</a:t>
            </a:r>
            <a:endParaRPr lang="en-US" sz="1700" dirty="0"/>
          </a:p>
        </p:txBody>
      </p:sp>
      <p:sp>
        <p:nvSpPr>
          <p:cNvPr id="4" name="Text 2"/>
          <p:cNvSpPr/>
          <p:nvPr/>
        </p:nvSpPr>
        <p:spPr>
          <a:xfrm>
            <a:off x="777240" y="2395728"/>
            <a:ext cx="2651760" cy="36576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Lee el coche</a:t>
            </a:r>
            <a:endParaRPr lang="en-US" sz="1800" dirty="0"/>
          </a:p>
        </p:txBody>
      </p:sp>
      <p:sp>
        <p:nvSpPr>
          <p:cNvPr id="5" name="Text 3"/>
          <p:cNvSpPr/>
          <p:nvPr/>
        </p:nvSpPr>
        <p:spPr>
          <a:xfrm>
            <a:off x="3611880" y="2377440"/>
            <a:ext cx="7772400" cy="777240"/>
          </a:xfrm>
          <a:prstGeom prst="rect">
            <a:avLst/>
          </a:prstGeom>
          <a:noFill/>
          <a:ln/>
        </p:spPr>
        <p:txBody>
          <a:bodyPr wrap="square" lIns="0" tIns="0" rIns="0" bIns="0" rtlCol="0" anchor="t"/>
          <a:lstStyle/>
          <a:p>
            <a:pPr indent="0" marL="0">
              <a:lnSpc>
                <a:spcPts val="2100"/>
              </a:lnSpc>
              <a:buNone/>
            </a:pPr>
            <a:r>
              <a:rPr lang="en-US" sz="1500" dirty="0">
                <a:solidFill>
                  <a:srgbClr val="1A1C2E"/>
                </a:solidFill>
                <a:latin typeface="Calibri" pitchFamily="34" charset="0"/>
                <a:ea typeface="Calibri" pitchFamily="34" charset="-122"/>
                <a:cs typeface="Calibri" pitchFamily="34" charset="-120"/>
              </a:rPr>
              <a:t>Se conecta por el puerto de diagnóstico y le pregunta a las centralitas: qué coche es, cómo va y qué averías tiene</a:t>
            </a:r>
            <a:endParaRPr lang="en-US" sz="1500" dirty="0"/>
          </a:p>
        </p:txBody>
      </p:sp>
      <p:sp>
        <p:nvSpPr>
          <p:cNvPr id="6" name="Text 4"/>
          <p:cNvSpPr/>
          <p:nvPr/>
        </p:nvSpPr>
        <p:spPr>
          <a:xfrm>
            <a:off x="777240" y="3328416"/>
            <a:ext cx="2651760" cy="36576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Lo interpreta</a:t>
            </a:r>
            <a:endParaRPr lang="en-US" sz="1800" dirty="0"/>
          </a:p>
        </p:txBody>
      </p:sp>
      <p:sp>
        <p:nvSpPr>
          <p:cNvPr id="7" name="Text 5"/>
          <p:cNvSpPr/>
          <p:nvPr/>
        </p:nvSpPr>
        <p:spPr>
          <a:xfrm>
            <a:off x="3611880" y="3310128"/>
            <a:ext cx="7772400" cy="777240"/>
          </a:xfrm>
          <a:prstGeom prst="rect">
            <a:avLst/>
          </a:prstGeom>
          <a:noFill/>
          <a:ln/>
        </p:spPr>
        <p:txBody>
          <a:bodyPr wrap="square" lIns="0" tIns="0" rIns="0" bIns="0" rtlCol="0" anchor="t"/>
          <a:lstStyle/>
          <a:p>
            <a:pPr indent="0" marL="0">
              <a:lnSpc>
                <a:spcPts val="2100"/>
              </a:lnSpc>
              <a:buNone/>
            </a:pPr>
            <a:r>
              <a:rPr lang="en-US" sz="1500" dirty="0">
                <a:solidFill>
                  <a:srgbClr val="1A1C2E"/>
                </a:solidFill>
                <a:latin typeface="Calibri" pitchFamily="34" charset="0"/>
                <a:ea typeface="Calibri" pitchFamily="34" charset="-122"/>
                <a:cs typeface="Calibri" pitchFamily="34" charset="-120"/>
              </a:rPr>
              <a:t>No devuelve una tabla de códigos: dice qué está pasando, si el coche está bien o está mal, y por dónde seguir mirando</a:t>
            </a:r>
            <a:endParaRPr lang="en-US" sz="1500" dirty="0"/>
          </a:p>
        </p:txBody>
      </p:sp>
      <p:sp>
        <p:nvSpPr>
          <p:cNvPr id="8" name="Text 6"/>
          <p:cNvSpPr/>
          <p:nvPr/>
        </p:nvSpPr>
        <p:spPr>
          <a:xfrm>
            <a:off x="777240" y="4261104"/>
            <a:ext cx="2651760" cy="36576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Investiga la causa</a:t>
            </a:r>
            <a:endParaRPr lang="en-US" sz="1800" dirty="0"/>
          </a:p>
        </p:txBody>
      </p:sp>
      <p:sp>
        <p:nvSpPr>
          <p:cNvPr id="9" name="Text 7"/>
          <p:cNvSpPr/>
          <p:nvPr/>
        </p:nvSpPr>
        <p:spPr>
          <a:xfrm>
            <a:off x="3611880" y="4242816"/>
            <a:ext cx="7772400" cy="777240"/>
          </a:xfrm>
          <a:prstGeom prst="rect">
            <a:avLst/>
          </a:prstGeom>
          <a:noFill/>
          <a:ln/>
        </p:spPr>
        <p:txBody>
          <a:bodyPr wrap="square" lIns="0" tIns="0" rIns="0" bIns="0" rtlCol="0" anchor="t"/>
          <a:lstStyle/>
          <a:p>
            <a:pPr indent="0" marL="0">
              <a:lnSpc>
                <a:spcPts val="2100"/>
              </a:lnSpc>
              <a:buNone/>
            </a:pPr>
            <a:r>
              <a:rPr lang="en-US" sz="1500" dirty="0">
                <a:solidFill>
                  <a:srgbClr val="1A1C2E"/>
                </a:solidFill>
                <a:latin typeface="Calibri" pitchFamily="34" charset="0"/>
                <a:ea typeface="Calibri" pitchFamily="34" charset="-122"/>
                <a:cs typeface="Calibri" pitchFamily="34" charset="-120"/>
              </a:rPr>
              <a:t>Un agente de IA cruza los códigos con los datos y propone las causas posibles y los pasos para descartarlas</a:t>
            </a:r>
            <a:endParaRPr lang="en-US" sz="1500" dirty="0"/>
          </a:p>
        </p:txBody>
      </p:sp>
      <p:sp>
        <p:nvSpPr>
          <p:cNvPr id="10" name="Text 8"/>
          <p:cNvSpPr/>
          <p:nvPr/>
        </p:nvSpPr>
        <p:spPr>
          <a:xfrm>
            <a:off x="777240" y="5193792"/>
            <a:ext cx="2651760" cy="36576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Y se lo queda</a:t>
            </a:r>
            <a:endParaRPr lang="en-US" sz="1800" dirty="0"/>
          </a:p>
        </p:txBody>
      </p:sp>
      <p:sp>
        <p:nvSpPr>
          <p:cNvPr id="11" name="Text 9"/>
          <p:cNvSpPr/>
          <p:nvPr/>
        </p:nvSpPr>
        <p:spPr>
          <a:xfrm>
            <a:off x="3611880" y="5175504"/>
            <a:ext cx="7772400" cy="777240"/>
          </a:xfrm>
          <a:prstGeom prst="rect">
            <a:avLst/>
          </a:prstGeom>
          <a:noFill/>
          <a:ln/>
        </p:spPr>
        <p:txBody>
          <a:bodyPr wrap="square" lIns="0" tIns="0" rIns="0" bIns="0" rtlCol="0" anchor="t"/>
          <a:lstStyle/>
          <a:p>
            <a:pPr indent="0" marL="0">
              <a:lnSpc>
                <a:spcPts val="2100"/>
              </a:lnSpc>
              <a:buNone/>
            </a:pPr>
            <a:r>
              <a:rPr lang="en-US" sz="1500" dirty="0">
                <a:solidFill>
                  <a:srgbClr val="1A1C2E"/>
                </a:solidFill>
                <a:latin typeface="Calibri" pitchFamily="34" charset="0"/>
                <a:ea typeface="Calibri" pitchFamily="34" charset="-122"/>
                <a:cs typeface="Calibri" pitchFamily="34" charset="-120"/>
              </a:rPr>
              <a:t>Cada caso resuelto se guarda, y aparece como referencia cuando entra otro coche con síntomas parecidos</a:t>
            </a:r>
            <a:endParaRPr lang="en-US" sz="1500" dirty="0"/>
          </a:p>
        </p:txBody>
      </p:sp>
      <p:sp>
        <p:nvSpPr>
          <p:cNvPr id="12" name="Shape 10"/>
          <p:cNvSpPr/>
          <p:nvPr/>
        </p:nvSpPr>
        <p:spPr>
          <a:xfrm>
            <a:off x="777240" y="6263640"/>
            <a:ext cx="219456" cy="219456"/>
          </a:xfrm>
          <a:prstGeom prst="rect">
            <a:avLst/>
          </a:prstGeom>
          <a:solidFill>
            <a:srgbClr val="202CFC"/>
          </a:solidFill>
          <a:ln/>
        </p:spPr>
      </p:sp>
      <p:sp>
        <p:nvSpPr>
          <p:cNvPr id="13" name="Text 1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1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1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El problema: el escáner da códigos, no causas</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hace con esos códigos</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El flujo de trabajo, de principio a fin</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que enchufas el adaptador hasta que el caso queda guardado.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enchufa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pulsa «Iniciar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barre el bus: qué centralitas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sale en pantalla</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¿El mecánico pregunta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pide lo que le falta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Responde: explicación, severidad y qué revisar</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Queda disponible para el siguiente coche</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formas de diagnosticar: por reglas y con IA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está siempre. El cognitivo, solo si hay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de punta a punta, y cada pieza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Arquitectura: Clean Architecture + Hexagonal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Lectura del coche por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una base relacional y una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La base relacional: qué guarda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La base vectorial: qué guarda y con qué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MCP: las 16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toca el coche. Pide una herramienta, y el sistema decide si se ejecuta.</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El 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botón de iniciar diagnóstico a la respuesta que lee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ciclo</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prompt lleva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Los modelos: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se puede cambiar. El otro convierte texto en vectores y va dentro.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funcionando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 lo que se ve viene leído del bus, nada está escrito a mano.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TDD, integración continua y seguridad</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solo programador, así que el que avisa de las roturas es el CI.</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se escribe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se comprueba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Lo que me llevo de haber construido esto con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acelera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hay que poner</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2026-08-25T21:52:11Z</dcterms:created>
  <dcterms:modified xsi:type="dcterms:W3CDTF">2026-08-25T21:52:11Z</dcterms:modified>
</cp:coreProperties>
</file>