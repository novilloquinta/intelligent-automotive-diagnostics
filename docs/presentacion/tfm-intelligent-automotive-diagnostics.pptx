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Las diez categorías, con su nombre oficial y la medida que se aplicó en el código.</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rotación de refresh y bloqueo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cognitivo 5/min</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administración tras requireAdmin</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CSP, HSTS de un año y allowlist de CORS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2026-08-26T10:31:52Z</dcterms:created>
  <dcterms:modified xsi:type="dcterms:W3CDTF">2026-08-26T10:31:52Z</dcterms:modified>
</cp:coreProperties>
</file>