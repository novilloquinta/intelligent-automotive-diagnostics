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Y lo cuarto, hay dos clientes de modelo de lenguaje, y el código de diagnóstico es el mismo para los dos. En las pruebas el modelo se sustituye por un doble, así que el flujo cognitivo se verifica entero sin llamar a un modelo real.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201168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01</a:t>
            </a:r>
            <a:endParaRPr lang="en-US" sz="1600" dirty="0"/>
          </a:p>
        </p:txBody>
      </p:sp>
      <p:sp>
        <p:nvSpPr>
          <p:cNvPr id="6" name="Text 4"/>
          <p:cNvSpPr/>
          <p:nvPr/>
        </p:nvSpPr>
        <p:spPr>
          <a:xfrm>
            <a:off x="1325880" y="2450592"/>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proyecto se ha desarrollado sin el vehículo</a:t>
            </a:r>
            <a:endParaRPr lang="en-US" sz="1700" dirty="0"/>
          </a:p>
        </p:txBody>
      </p:sp>
      <p:sp>
        <p:nvSpPr>
          <p:cNvPr id="7" name="Text 5"/>
          <p:cNvSpPr/>
          <p:nvPr/>
        </p:nvSpPr>
        <p:spPr>
          <a:xfrm>
            <a:off x="1325880" y="2752344"/>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Todo el desarrollo y las pruebas se han hecho contra emuladores: Audi, Kawasaki y Toyota.</a:t>
            </a:r>
            <a:endParaRPr lang="en-US" sz="1400" dirty="0"/>
          </a:p>
        </p:txBody>
      </p:sp>
      <p:sp>
        <p:nvSpPr>
          <p:cNvPr id="8" name="Text 6"/>
          <p:cNvSpPr/>
          <p:nvPr/>
        </p:nvSpPr>
        <p:spPr>
          <a:xfrm>
            <a:off x="777240" y="3118104"/>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325880" y="3118104"/>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La forma de conectarse al coche se decidió al final</a:t>
            </a:r>
            <a:endParaRPr lang="en-US" sz="1700" dirty="0"/>
          </a:p>
        </p:txBody>
      </p:sp>
      <p:sp>
        <p:nvSpPr>
          <p:cNvPr id="10" name="Text 8"/>
          <p:cNvSpPr/>
          <p:nvPr/>
        </p:nvSpPr>
        <p:spPr>
          <a:xfrm>
            <a:off x="1325880" y="3419856"/>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transporte del lector es otro puerto: por red o por puerto serie, con reintentos por encima.</a:t>
            </a:r>
            <a:endParaRPr lang="en-US" sz="1400" dirty="0"/>
          </a:p>
        </p:txBody>
      </p:sp>
      <p:sp>
        <p:nvSpPr>
          <p:cNvPr id="11" name="Text 9"/>
          <p:cNvSpPr/>
          <p:nvPr/>
        </p:nvSpPr>
        <p:spPr>
          <a:xfrm>
            <a:off x="777240" y="3785616"/>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03</a:t>
            </a:r>
            <a:endParaRPr lang="en-US" sz="1600" dirty="0"/>
          </a:p>
        </p:txBody>
      </p:sp>
      <p:sp>
        <p:nvSpPr>
          <p:cNvPr id="12" name="Text 10"/>
          <p:cNvSpPr/>
          <p:nvPr/>
        </p:nvSpPr>
        <p:spPr>
          <a:xfrm>
            <a:off x="1325880" y="3785616"/>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700" dirty="0"/>
          </a:p>
        </p:txBody>
      </p:sp>
      <p:sp>
        <p:nvSpPr>
          <p:cNvPr id="13" name="Text 11"/>
          <p:cNvSpPr/>
          <p:nvPr/>
        </p:nvSpPr>
        <p:spPr>
          <a:xfrm>
            <a:off x="1325880" y="4087368"/>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servidor MCP entró como un adaptador más. Los casos de uso que ya funcionaban no se modificaron.</a:t>
            </a:r>
            <a:endParaRPr lang="en-US" sz="1400" dirty="0"/>
          </a:p>
        </p:txBody>
      </p:sp>
      <p:sp>
        <p:nvSpPr>
          <p:cNvPr id="14" name="Text 12"/>
          <p:cNvSpPr/>
          <p:nvPr/>
        </p:nvSpPr>
        <p:spPr>
          <a:xfrm>
            <a:off x="777240" y="4453128"/>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04</a:t>
            </a:r>
            <a:endParaRPr lang="en-US" sz="1600" dirty="0"/>
          </a:p>
        </p:txBody>
      </p:sp>
      <p:sp>
        <p:nvSpPr>
          <p:cNvPr id="15" name="Text 13"/>
          <p:cNvSpPr/>
          <p:nvPr/>
        </p:nvSpPr>
        <p:spPr>
          <a:xfrm>
            <a:off x="1325880" y="4453128"/>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700" dirty="0"/>
          </a:p>
        </p:txBody>
      </p:sp>
      <p:sp>
        <p:nvSpPr>
          <p:cNvPr id="16" name="Text 14"/>
          <p:cNvSpPr/>
          <p:nvPr/>
        </p:nvSpPr>
        <p:spPr>
          <a:xfrm>
            <a:off x="1325880" y="4754880"/>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En las pruebas el modelo se sustituye por un doble: el flujo se verifica sin llamar a uno real.</a:t>
            </a:r>
            <a:endParaRPr lang="en-US" sz="1400" dirty="0"/>
          </a:p>
        </p:txBody>
      </p:sp>
      <p:sp>
        <p:nvSpPr>
          <p:cNvPr id="17" name="Text 15"/>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8" name="Text 16"/>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9" name="Text 17"/>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21" name="Text 19"/>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4" name="Text 22"/>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5" name="Shape 23"/>
          <p:cNvSpPr/>
          <p:nvPr/>
        </p:nvSpPr>
        <p:spPr>
          <a:xfrm>
            <a:off x="777240" y="6263640"/>
            <a:ext cx="219456" cy="219456"/>
          </a:xfrm>
          <a:prstGeom prst="rect">
            <a:avLst/>
          </a:prstGeom>
          <a:solidFill>
            <a:srgbClr val="202CFC"/>
          </a:solidFill>
          <a:ln/>
        </p:spPr>
      </p:sp>
      <p:sp>
        <p:nvSpPr>
          <p:cNvPr id="26" name="Text 2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7" name="Text 2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8" name="Text 2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2026-08-26T10:00:44Z</dcterms:created>
  <dcterms:modified xsi:type="dcterms:W3CDTF">2026-08-26T10:00:44Z</dcterms:modified>
</cp:coreProperties>
</file>