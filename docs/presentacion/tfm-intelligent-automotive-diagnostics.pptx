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5669280"/>
            <a:ext cx="10607040" cy="32004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La fórmula la fija la SAE J1979 y vive en el dominio.</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Text 25"/>
          <p:cNvSpPr/>
          <p:nvPr/>
        </p:nvSpPr>
        <p:spPr>
          <a:xfrm>
            <a:off x="777240" y="5779008"/>
            <a:ext cx="6492240" cy="292608"/>
          </a:xfrm>
          <a:prstGeom prst="rect">
            <a:avLst/>
          </a:prstGeom>
          <a:noFill/>
          <a:ln/>
        </p:spPr>
        <p:txBody>
          <a:bodyPr wrap="square" lIns="0" tIns="0" rIns="0" bIns="0" rtlCol="0" anchor="t"/>
          <a:lstStyle/>
          <a:p>
            <a:pPr indent="0" marL="0">
              <a:buNone/>
            </a:pPr>
            <a:r>
              <a:rPr lang="en-US" sz="1300" dirty="0">
                <a:solidFill>
                  <a:srgbClr val="5A5F73"/>
                </a:solidFill>
                <a:latin typeface="Calibri" pitchFamily="34" charset="0"/>
                <a:ea typeface="Calibri" pitchFamily="34" charset="-122"/>
                <a:cs typeface="Calibri" pitchFamily="34" charset="-120"/>
              </a:rPr>
              <a:t>Ese índice pondera las búsquedas: gana la respuesta con más confianza.</a:t>
            </a:r>
            <a:endParaRPr lang="en-US" sz="1300" dirty="0"/>
          </a:p>
        </p:txBody>
      </p:sp>
      <p:sp>
        <p:nvSpPr>
          <p:cNvPr id="28" name="Shape 26"/>
          <p:cNvSpPr/>
          <p:nvPr/>
        </p:nvSpPr>
        <p:spPr>
          <a:xfrm>
            <a:off x="777240" y="6263640"/>
            <a:ext cx="219456" cy="219456"/>
          </a:xfrm>
          <a:prstGeom prst="rect">
            <a:avLst/>
          </a:prstGeom>
          <a:solidFill>
            <a:srgbClr val="202CFC"/>
          </a:solidFill>
          <a:ln/>
        </p:spPr>
      </p:sp>
      <p:sp>
        <p:nvSpPr>
          <p:cNvPr id="29" name="Text 2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0" name="Text 2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1" name="Text 2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2026-08-25T12:25:08Z</dcterms:created>
  <dcterms:modified xsi:type="dcterms:W3CDTF">2026-08-25T12:25:08Z</dcterms:modified>
</cp:coreProperties>
</file>