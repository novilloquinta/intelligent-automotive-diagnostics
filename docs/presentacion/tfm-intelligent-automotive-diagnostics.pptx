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Sobre la arquitectura no os voy a contar la teoría, que ya la conocéis.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Y lo cuarto, hay dos clientes de modelo de lenguaje, y el código de diagnóstico es el mismo para los dos. En las pruebas el modelo se sustituye por un doble, así que el flujo cognitivo se verifica entero sin llamar a un modelo real.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Arquitectura: impacto en el desarrollo del proyecto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Qué ha permitido hacer, en concreto, mientras se construía.</a:t>
            </a:r>
            <a:endParaRPr lang="en-US" sz="1700" dirty="0"/>
          </a:p>
        </p:txBody>
      </p:sp>
      <p:sp>
        <p:nvSpPr>
          <p:cNvPr id="4" name="Text 2"/>
          <p:cNvSpPr/>
          <p:nvPr/>
        </p:nvSpPr>
        <p:spPr>
          <a:xfrm>
            <a:off x="777240" y="210312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01</a:t>
            </a:r>
            <a:endParaRPr lang="en-US" sz="1600" dirty="0"/>
          </a:p>
        </p:txBody>
      </p:sp>
      <p:sp>
        <p:nvSpPr>
          <p:cNvPr id="5" name="Text 3"/>
          <p:cNvSpPr/>
          <p:nvPr/>
        </p:nvSpPr>
        <p:spPr>
          <a:xfrm>
            <a:off x="1325880" y="210312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proyecto se ha desarrollado sin el vehículo</a:t>
            </a:r>
            <a:endParaRPr lang="en-US" sz="1700" dirty="0"/>
          </a:p>
        </p:txBody>
      </p:sp>
      <p:sp>
        <p:nvSpPr>
          <p:cNvPr id="6" name="Text 4"/>
          <p:cNvSpPr/>
          <p:nvPr/>
        </p:nvSpPr>
        <p:spPr>
          <a:xfrm>
            <a:off x="1325880" y="240487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Todo el desarrollo y las pruebas se han hecho contra emuladores: Audi, Kawasaki y Toyota.</a:t>
            </a:r>
            <a:endParaRPr lang="en-US" sz="1400" dirty="0"/>
          </a:p>
        </p:txBody>
      </p:sp>
      <p:sp>
        <p:nvSpPr>
          <p:cNvPr id="7" name="Text 5"/>
          <p:cNvSpPr/>
          <p:nvPr/>
        </p:nvSpPr>
        <p:spPr>
          <a:xfrm>
            <a:off x="777240" y="2825496"/>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02</a:t>
            </a:r>
            <a:endParaRPr lang="en-US" sz="1600" dirty="0"/>
          </a:p>
        </p:txBody>
      </p:sp>
      <p:sp>
        <p:nvSpPr>
          <p:cNvPr id="8" name="Text 6"/>
          <p:cNvSpPr/>
          <p:nvPr/>
        </p:nvSpPr>
        <p:spPr>
          <a:xfrm>
            <a:off x="1325880" y="2825496"/>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La forma de conectarse al coche se decidió al final</a:t>
            </a:r>
            <a:endParaRPr lang="en-US" sz="1700" dirty="0"/>
          </a:p>
        </p:txBody>
      </p:sp>
      <p:sp>
        <p:nvSpPr>
          <p:cNvPr id="9" name="Text 7"/>
          <p:cNvSpPr/>
          <p:nvPr/>
        </p:nvSpPr>
        <p:spPr>
          <a:xfrm>
            <a:off x="1325880" y="3127248"/>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transporte del lector es otro puerto: por red o por puerto serie, con reintentos por encima.</a:t>
            </a:r>
            <a:endParaRPr lang="en-US" sz="1400" dirty="0"/>
          </a:p>
        </p:txBody>
      </p:sp>
      <p:sp>
        <p:nvSpPr>
          <p:cNvPr id="10" name="Text 8"/>
          <p:cNvSpPr/>
          <p:nvPr/>
        </p:nvSpPr>
        <p:spPr>
          <a:xfrm>
            <a:off x="777240" y="3547872"/>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325880" y="3547872"/>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700" dirty="0"/>
          </a:p>
        </p:txBody>
      </p:sp>
      <p:sp>
        <p:nvSpPr>
          <p:cNvPr id="12" name="Text 10"/>
          <p:cNvSpPr/>
          <p:nvPr/>
        </p:nvSpPr>
        <p:spPr>
          <a:xfrm>
            <a:off x="1325880" y="3849624"/>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servidor MCP entró como un adaptador más. Los casos de uso que ya funcionaban no se modificaron.</a:t>
            </a:r>
            <a:endParaRPr lang="en-US" sz="1400" dirty="0"/>
          </a:p>
        </p:txBody>
      </p:sp>
      <p:sp>
        <p:nvSpPr>
          <p:cNvPr id="13" name="Text 11"/>
          <p:cNvSpPr/>
          <p:nvPr/>
        </p:nvSpPr>
        <p:spPr>
          <a:xfrm>
            <a:off x="777240" y="4270248"/>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04</a:t>
            </a:r>
            <a:endParaRPr lang="en-US" sz="1600" dirty="0"/>
          </a:p>
        </p:txBody>
      </p:sp>
      <p:sp>
        <p:nvSpPr>
          <p:cNvPr id="14" name="Text 12"/>
          <p:cNvSpPr/>
          <p:nvPr/>
        </p:nvSpPr>
        <p:spPr>
          <a:xfrm>
            <a:off x="1325880" y="4270248"/>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700" dirty="0"/>
          </a:p>
        </p:txBody>
      </p:sp>
      <p:sp>
        <p:nvSpPr>
          <p:cNvPr id="15" name="Text 13"/>
          <p:cNvSpPr/>
          <p:nvPr/>
        </p:nvSpPr>
        <p:spPr>
          <a:xfrm>
            <a:off x="1325880" y="4572000"/>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En las pruebas el modelo se sustituye por un doble: el flujo se verifica sin llamar a uno real.</a:t>
            </a:r>
            <a:endParaRPr lang="en-US" sz="1400" dirty="0"/>
          </a:p>
        </p:txBody>
      </p:sp>
      <p:sp>
        <p:nvSpPr>
          <p:cNvPr id="16" name="Text 14"/>
          <p:cNvSpPr/>
          <p:nvPr/>
        </p:nvSpPr>
        <p:spPr>
          <a:xfrm>
            <a:off x="777240" y="5029200"/>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7" name="Text 15"/>
          <p:cNvSpPr/>
          <p:nvPr/>
        </p:nvSpPr>
        <p:spPr>
          <a:xfrm>
            <a:off x="777240" y="5413248"/>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8" name="Text 16"/>
          <p:cNvSpPr/>
          <p:nvPr/>
        </p:nvSpPr>
        <p:spPr>
          <a:xfrm>
            <a:off x="3429000" y="5413248"/>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9" name="Text 17"/>
          <p:cNvSpPr/>
          <p:nvPr/>
        </p:nvSpPr>
        <p:spPr>
          <a:xfrm>
            <a:off x="4023360" y="5413248"/>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20" name="Text 18"/>
          <p:cNvSpPr/>
          <p:nvPr/>
        </p:nvSpPr>
        <p:spPr>
          <a:xfrm>
            <a:off x="6858000" y="519379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6858000" y="563270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7452360" y="5193792"/>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3" name="Text 21"/>
          <p:cNvSpPr/>
          <p:nvPr/>
        </p:nvSpPr>
        <p:spPr>
          <a:xfrm>
            <a:off x="7452360" y="563270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4" name="Shape 22"/>
          <p:cNvSpPr/>
          <p:nvPr/>
        </p:nvSpPr>
        <p:spPr>
          <a:xfrm>
            <a:off x="777240" y="6263640"/>
            <a:ext cx="219456" cy="219456"/>
          </a:xfrm>
          <a:prstGeom prst="rect">
            <a:avLst/>
          </a:prstGeom>
          <a:solidFill>
            <a:srgbClr val="202CFC"/>
          </a:solidFill>
          <a:ln/>
        </p:spPr>
      </p:sp>
      <p:sp>
        <p:nvSpPr>
          <p:cNvPr id="25" name="Text 2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6" name="Text 2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7" name="Text 2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2026-08-26T06:57:33Z</dcterms:created>
  <dcterms:modified xsi:type="dcterms:W3CDTF">2026-08-26T06:57:33Z</dcterms:modified>
</cp:coreProperties>
</file>