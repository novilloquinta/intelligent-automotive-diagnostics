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 · acumulado 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17:40]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18:25]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01</a:t>
            </a:r>
            <a:endParaRPr lang="en-US" sz="1700" dirty="0"/>
          </a:p>
        </p:txBody>
      </p:sp>
      <p:sp>
        <p:nvSpPr>
          <p:cNvPr id="6" name="Text 4"/>
          <p:cNvSpPr/>
          <p:nvPr/>
        </p:nvSpPr>
        <p:spPr>
          <a:xfrm>
            <a:off x="1325880" y="2450592"/>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proyecto se ha desarrollado sin el vehículo</a:t>
            </a:r>
            <a:endParaRPr lang="en-US" sz="1800" dirty="0"/>
          </a:p>
        </p:txBody>
      </p:sp>
      <p:sp>
        <p:nvSpPr>
          <p:cNvPr id="7" name="Text 5"/>
          <p:cNvSpPr/>
          <p:nvPr/>
        </p:nvSpPr>
        <p:spPr>
          <a:xfrm>
            <a:off x="777240" y="2980944"/>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02</a:t>
            </a:r>
            <a:endParaRPr lang="en-US" sz="1700" dirty="0"/>
          </a:p>
        </p:txBody>
      </p:sp>
      <p:sp>
        <p:nvSpPr>
          <p:cNvPr id="8" name="Text 6"/>
          <p:cNvSpPr/>
          <p:nvPr/>
        </p:nvSpPr>
        <p:spPr>
          <a:xfrm>
            <a:off x="1325880" y="2980944"/>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La forma de conectarse al coche se decidió al final</a:t>
            </a:r>
            <a:endParaRPr lang="en-US" sz="1800" dirty="0"/>
          </a:p>
        </p:txBody>
      </p:sp>
      <p:sp>
        <p:nvSpPr>
          <p:cNvPr id="9" name="Text 7"/>
          <p:cNvSpPr/>
          <p:nvPr/>
        </p:nvSpPr>
        <p:spPr>
          <a:xfrm>
            <a:off x="777240" y="3511296"/>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03</a:t>
            </a:r>
            <a:endParaRPr lang="en-US" sz="1700" dirty="0"/>
          </a:p>
        </p:txBody>
      </p:sp>
      <p:sp>
        <p:nvSpPr>
          <p:cNvPr id="10" name="Text 8"/>
          <p:cNvSpPr/>
          <p:nvPr/>
        </p:nvSpPr>
        <p:spPr>
          <a:xfrm>
            <a:off x="1325880" y="3511296"/>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800" dirty="0"/>
          </a:p>
        </p:txBody>
      </p:sp>
      <p:sp>
        <p:nvSpPr>
          <p:cNvPr id="11" name="Text 9"/>
          <p:cNvSpPr/>
          <p:nvPr/>
        </p:nvSpPr>
        <p:spPr>
          <a:xfrm>
            <a:off x="777240" y="4041648"/>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04</a:t>
            </a:r>
            <a:endParaRPr lang="en-US" sz="1700" dirty="0"/>
          </a:p>
        </p:txBody>
      </p:sp>
      <p:sp>
        <p:nvSpPr>
          <p:cNvPr id="12" name="Text 10"/>
          <p:cNvSpPr/>
          <p:nvPr/>
        </p:nvSpPr>
        <p:spPr>
          <a:xfrm>
            <a:off x="1325880" y="4041648"/>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800" dirty="0"/>
          </a:p>
        </p:txBody>
      </p:sp>
      <p:sp>
        <p:nvSpPr>
          <p:cNvPr id="13" name="Text 11"/>
          <p:cNvSpPr/>
          <p:nvPr/>
        </p:nvSpPr>
        <p:spPr>
          <a:xfrm>
            <a:off x="777240" y="4572000"/>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05</a:t>
            </a:r>
            <a:endParaRPr lang="en-US" sz="1700" dirty="0"/>
          </a:p>
        </p:txBody>
      </p:sp>
      <p:sp>
        <p:nvSpPr>
          <p:cNvPr id="14" name="Text 12"/>
          <p:cNvSpPr/>
          <p:nvPr/>
        </p:nvSpPr>
        <p:spPr>
          <a:xfrm>
            <a:off x="1325880" y="4572000"/>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Alta testabilidad, que es lo que exigen las normas</a:t>
            </a:r>
            <a:endParaRPr lang="en-US" sz="1800" dirty="0"/>
          </a:p>
        </p:txBody>
      </p:sp>
      <p:sp>
        <p:nvSpPr>
          <p:cNvPr id="15" name="Text 13"/>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6" name="Text 14"/>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7" name="Text 15"/>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19" name="Text 17"/>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2" name="Text 20"/>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 y seguridad</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Verificaciones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Todo automatizado en GitHub Actions: integrar en main publica la nueva versión en producción.</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build y typecheck</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el servidor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la nueva versión</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compilación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la entrega ante una vulnerabilidad crítica</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dispara al integrar en main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en el registro de contenedores de GitHub</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servidor las descarga y levanta la nueva versión, sin intervención manual</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2026-08-26T10:15:42Z</dcterms:created>
  <dcterms:modified xsi:type="dcterms:W3CDTF">2026-08-26T10:15:42Z</dcterms:modified>
</cp:coreProperties>
</file>