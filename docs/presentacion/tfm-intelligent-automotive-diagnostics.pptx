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 y no otra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lee el coche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Text 20"/>
          <p:cNvSpPr/>
          <p:nvPr/>
        </p:nvSpPr>
        <p:spPr>
          <a:xfrm>
            <a:off x="777240" y="5669280"/>
            <a:ext cx="10607040" cy="320040"/>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La fórmula la fija la SAE J1979 y vive en el dominio.</a:t>
            </a:r>
            <a:endParaRPr lang="en-US" sz="14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2026-08-25T10:41:04Z</dcterms:created>
  <dcterms:modified xsi:type="dcterms:W3CDTF">2026-08-25T10:41:04Z</dcterms:modified>
</cp:coreProperties>
</file>